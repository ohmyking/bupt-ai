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2.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notesSlides/notesSlide5.xml" ContentType="application/vnd.openxmlformats-officedocument.presentationml.notesSlide+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notesSlides/notesSlide6.xml" ContentType="application/vnd.openxmlformats-officedocument.presentationml.notesSlide+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Lst>
  <p:notesMasterIdLst>
    <p:notesMasterId r:id="rId53"/>
  </p:notesMasterIdLst>
  <p:handoutMasterIdLst>
    <p:handoutMasterId r:id="rId54"/>
  </p:handoutMasterIdLst>
  <p:sldIdLst>
    <p:sldId id="326" r:id="rId3"/>
    <p:sldId id="384" r:id="rId4"/>
    <p:sldId id="265" r:id="rId5"/>
    <p:sldId id="282" r:id="rId6"/>
    <p:sldId id="342" r:id="rId7"/>
    <p:sldId id="426" r:id="rId8"/>
    <p:sldId id="465" r:id="rId9"/>
    <p:sldId id="503" r:id="rId10"/>
    <p:sldId id="504" r:id="rId11"/>
    <p:sldId id="505" r:id="rId12"/>
    <p:sldId id="506" r:id="rId13"/>
    <p:sldId id="264" r:id="rId14"/>
    <p:sldId id="544" r:id="rId15"/>
    <p:sldId id="545" r:id="rId16"/>
    <p:sldId id="266" r:id="rId17"/>
    <p:sldId id="267" r:id="rId18"/>
    <p:sldId id="268" r:id="rId19"/>
    <p:sldId id="284" r:id="rId20"/>
    <p:sldId id="269" r:id="rId21"/>
    <p:sldId id="263" r:id="rId22"/>
    <p:sldId id="277" r:id="rId23"/>
    <p:sldId id="293" r:id="rId24"/>
    <p:sldId id="291" r:id="rId25"/>
    <p:sldId id="296" r:id="rId26"/>
    <p:sldId id="298" r:id="rId27"/>
    <p:sldId id="325" r:id="rId28"/>
    <p:sldId id="295" r:id="rId29"/>
    <p:sldId id="294" r:id="rId30"/>
    <p:sldId id="343" r:id="rId31"/>
    <p:sldId id="327" r:id="rId32"/>
    <p:sldId id="328" r:id="rId33"/>
    <p:sldId id="329" r:id="rId34"/>
    <p:sldId id="330" r:id="rId35"/>
    <p:sldId id="331" r:id="rId36"/>
    <p:sldId id="332" r:id="rId37"/>
    <p:sldId id="333" r:id="rId38"/>
    <p:sldId id="334" r:id="rId39"/>
    <p:sldId id="335" r:id="rId40"/>
    <p:sldId id="336" r:id="rId41"/>
    <p:sldId id="337" r:id="rId42"/>
    <p:sldId id="338" r:id="rId43"/>
    <p:sldId id="280" r:id="rId44"/>
    <p:sldId id="313" r:id="rId45"/>
    <p:sldId id="314" r:id="rId46"/>
    <p:sldId id="281" r:id="rId47"/>
    <p:sldId id="309" r:id="rId48"/>
    <p:sldId id="278" r:id="rId49"/>
    <p:sldId id="339" r:id="rId50"/>
    <p:sldId id="340" r:id="rId51"/>
    <p:sldId id="341" r:id="rId52"/>
  </p:sldIdLst>
  <p:sldSz cx="12192000" cy="6858000"/>
  <p:notesSz cx="6858000" cy="9144000"/>
  <p:custDataLst>
    <p:tags r:id="rId55"/>
  </p:custDataLst>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9pPr>
  </p:defaultTextStyle>
  <p:extLst>
    <p:ext uri="{EFAFB233-063F-42B5-8137-9DF3F51BA10A}">
      <p15:sldGuideLst xmlns:p15="http://schemas.microsoft.com/office/powerpoint/2012/main">
        <p15:guide id="1" orient="horz" pos="2122" userDrawn="1">
          <p15:clr>
            <a:srgbClr val="A4A3A4"/>
          </p15:clr>
        </p15:guide>
        <p15:guide id="2" pos="3897" userDrawn="1">
          <p15:clr>
            <a:srgbClr val="A4A3A4"/>
          </p15:clr>
        </p15:guide>
      </p15:sldGuideLst>
    </p:ext>
    <p:ext uri="{2D200454-40CA-4A62-9FC3-DE9A4176ACB9}">
      <p15:notesGuideLst xmlns:p15="http://schemas.microsoft.com/office/powerpoint/2012/main">
        <p15:guide id="1" orient="horz" pos="2830">
          <p15:clr>
            <a:srgbClr val="A4A3A4"/>
          </p15:clr>
        </p15:guide>
        <p15:guide id="2" pos="219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76" autoAdjust="0"/>
    <p:restoredTop sz="95958" autoAdjust="0"/>
  </p:normalViewPr>
  <p:slideViewPr>
    <p:cSldViewPr showGuides="1">
      <p:cViewPr varScale="1">
        <p:scale>
          <a:sx n="116" d="100"/>
          <a:sy n="116" d="100"/>
        </p:scale>
        <p:origin x="640" y="184"/>
      </p:cViewPr>
      <p:guideLst>
        <p:guide orient="horz" pos="2122"/>
        <p:guide pos="3897"/>
      </p:guideLst>
    </p:cSldViewPr>
  </p:slideViewPr>
  <p:notesTextViewPr>
    <p:cViewPr>
      <p:scale>
        <a:sx n="100" d="100"/>
        <a:sy n="100" d="100"/>
      </p:scale>
      <p:origin x="0" y="0"/>
    </p:cViewPr>
  </p:notesTextViewPr>
  <p:notesViewPr>
    <p:cSldViewPr>
      <p:cViewPr varScale="1">
        <p:scale>
          <a:sx n="55" d="100"/>
          <a:sy n="55" d="100"/>
        </p:scale>
        <p:origin x="-1404" y="-90"/>
      </p:cViewPr>
      <p:guideLst>
        <p:guide orient="horz" pos="2830"/>
        <p:guide pos="219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ags" Target="tags/tag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3"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4"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5"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lnSpc>
                <a:spcPct val="100000"/>
              </a:lnSpc>
              <a:defRPr sz="1200" smtClean="0">
                <a:ea typeface="宋体" panose="02010600030101010101" pitchFamily="2" charset="-122"/>
              </a:defRPr>
            </a:lvl1pPr>
          </a:lstStyle>
          <a:p>
            <a:pPr>
              <a:defRPr/>
            </a:pPr>
            <a:fld id="{EE215C86-C1B3-4EE1-9FD1-080AB023B4C6}" type="slidenum">
              <a:rPr lang="en-US" altLang="zh-CN"/>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01T13:38:09"/>
    </inkml:context>
    <inkml:brush xml:id="br0">
      <inkml:brushProperty name="width" value="0.05292" units="cm"/>
      <inkml:brushProperty name="height" value="0.05292" units="cm"/>
      <inkml:brushProperty name="color" value="#FF0000"/>
    </inkml:brush>
  </inkml:definitions>
  <inkml:trace contextRef="#ctx0" brushRef="#br0">2771 772,'-88'53,"35"-18,-53 52,53-34,0-18,-17 53,35 0,17-36,1 36,-1-18,0 0,1 0,-1-17,18 0,-17 17,-1 18,18-36,-18 1,18 0,0 17,0 0,0-17,18-1,0 18,-1-17,18 17,1-17,16-18,1 17,0-34,0 0,35 34,18 1,-1-18,18 18,-17-18,17 0,1 17,-1-17,-18 1,89 34,-53-18,-35-17,17 36,35-1,36-35,-71 35,0 0,36-35,-53-17,17 34,0-16,-53-19,54 18,-19-17,19 17,-36-18,35-17,53 18,-53-1,-35 1,35 0,1-1,-72-17,89 35,-17-17,-1-18,18 17,52 36,-52-53,70 17,1-17,-71 0,123 0,0 0,-35-35,70-17,-88 34,89-52,-89 0,35 0,-105-1,35-51,-70-1,-18 18,-35-1,17 1,-17 52,-35-17,17-35,-18-18,-17 35,0 1,0-36,-17 53,-18-35,-1 52,-16 18,16-53,-16 53,-1-53,0-17,-35 52,-18-34,-17-1,-35 18,-54 0,-34 34,70 1,-36 18,1-18,70 0,-52 0,-19-18,89 18,-88 35,35-35,35 35,-70 0,-53 17,123-17,-106 0,18 0,36 0,-89-17,0-18,18 35,-88 0,18 0,140 0,-35 0,35 0,106 0,-17 0,-19-35,-157 0,122 35,-34 0,-19-18,-17 18,18 0,-18 0,18 0,-88-35,105 17,36 1,-1-1,71 18,0 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01T13:38:09"/>
    </inkml:context>
    <inkml:brush xml:id="br0">
      <inkml:brushProperty name="width" value="0.05292" units="cm"/>
      <inkml:brushProperty name="height" value="0.05292" units="cm"/>
      <inkml:brushProperty name="color" value="#FF0000"/>
    </inkml:brush>
  </inkml:definitions>
  <inkml:trace contextRef="#ctx0" brushRef="#br0">2078 559,'-53'-17,"1"17,-19 0,1 0,18 17,-19 1,-16 17,16-18,1 1,0 17,17-18,-17 1,17 17,1 0,-1 0,0 17,-34 0,34-17,0 0,1 0,34 35,18 0,0-17,0 17,18 0,-1-18,18 18,-17-18,34 1,-34-1,17 1,18-1,-18 1,18-36,34 35,-16 1,16-18,1 0,-35-18,17 18,35 0,36 18,-89-36,1 1,17-18,-17 17,52-17,-52 18,17-18,-17 17,52 1,-17-1,35 1,-35-18,-18 0,0 0,0 0,-17 0,17 0,18 0,-18 0,0 0,-17 0,52-18,-34 18,-1-17,-18 17,1-18,52-17,-52 18,17-1,1-17,-1 0,-35-17,0-18,0 17,-17-17,-1 1,1-19,17-17,-35 35,17 0,-17 18,0 0,0-18,0 17,-17-17,-18 18,-18-18,18 0,-18 35,-17-17,-35 17,52 0,-52-18,-1 18,36 0,-53 0,-35 0,18 35,-71-17,1-18,-106 17,140 1,-70-18,71 17,34 18,36-17,35 17,17 0,0 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01T13:38:09"/>
    </inkml:context>
    <inkml:brush xml:id="br0">
      <inkml:brushProperty name="width" value="0.05292" units="cm"/>
      <inkml:brushProperty name="height" value="0.05292" units="cm"/>
      <inkml:brushProperty name="color" value="#FF0000"/>
    </inkml:brush>
  </inkml:definitions>
  <inkml:trace contextRef="#ctx0" brushRef="#br0">2188 910,'-105'18,"52"-1,-35 1,18-1,0 36,17-53,0 0,-35 17,36 1,-1-1,-17 36,-36-1,36 18,17-52,1 34,-1-34,-17 52,17-18,0 36,18-36,35 1,0-1,0 19,0-1,0 17,0-34,0-1,0 18,0-17,18-1,34 18,1-17,-18 17,18 0,0-35,-18 17,17-17,1 18,17-18,1-18,-19 1,54 34,-54-34,19-1,-1-17,0 0,1 0,-19 0,36 0,-18 0,1 0,-1 0,35 18,18-18,53 17,-18 18,-52-35,52 0,-53 0,36-35,34 35,-34-17,17-1,0-17,-17 0,-36 18,53-53,-52 0,-36 17,0-17,1-17,-19 34,1-17,0 0,52-35,-17 0,-18 18,1 17,-36-1,-18 1,18 18,-35-18,0 0,0 17,0-34,-52 17,-19 0,36 17,-53 18,-17-52,-18 69,0-52,-35 35,70-17,-52 17,17 0,0 0,35 17,-106-52,19 70,-124-35,18 35,53 0,17 0,35 0,35 0,18 0,53 0,17 0,1 0,-1 0,0 18,-17 17,17-18,1 1,-1-1</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01T13:38:09"/>
    </inkml:context>
    <inkml:brush xml:id="br0">
      <inkml:brushProperty name="width" value="0.05292" units="cm"/>
      <inkml:brushProperty name="height" value="0.05292" units="cm"/>
      <inkml:brushProperty name="color" value="#FF0000"/>
    </inkml:brush>
  </inkml:definitions>
  <inkml:trace contextRef="#ctx0" brushRef="#br0">2635 146,'-70'17,"0"-17,-1 35,-52-17,53 17,0-18,-18 1,0 17,18-18,0 18,17-35,-17 18,17-1,1 18,-19-17,19 17,-19 17,19 1,-1-18,0 17,36 1,-18-1,17 53,-17-53,35 53,0-52,0-1,18 18,-1 35,18-35,0 35,0-35,1 0,-1-18,35 18,0-17,-17-18,17-18,-17 1,52-1,18 1,35 17,18 17,-18-34,-70-1,34 36,-51-36,-1-17,35 18,18-18,88 0,-88 0,70-18,0 1,18-36,-18 36,-35-18,0-35,-35 17,-18 1,-34 17,-36-18,0-17,-18 18,1-36,-18 19,17-19,-17 1,0 17,-35-35,18 35,-53-35,-1 35,36-17,-35 17,35 17,-18 1,-17 17,17 0,-35 0,18 17,0 1,0-1,-18 1,18 17,-1 0,-16 0,16 0,-34 0,-53 0,35 0,18 0,-1 0,54 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01T13:38:09"/>
    </inkml:context>
    <inkml:brush xml:id="br0">
      <inkml:brushProperty name="width" value="0.05292" units="cm"/>
      <inkml:brushProperty name="height" value="0.05292" units="cm"/>
      <inkml:brushProperty name="color" value="#FF0000"/>
    </inkml:brush>
  </inkml:definitions>
  <inkml:trace contextRef="#ctx0" brushRef="#br0">3866 886,'-53'0,"1"0,-107 0,18 0,-17 0,-36 0,-17 0,53-18,-18 1,17-36,36 36,-18-1,18 1,0-1,0 18,35 0,17 0,-17 0,0 0,0 0,0 0,-17 0,-1 0,53 0,1 0,-19 53,1-1,-71 1,71-18,-54 17,54-17,17 0,0 18,36 34,-18-16,-1-19,19 1,-18 17,-1 35,19-53,-1 1,1 17,-1 0,18 0,0-17,0-1,18 1,17-1,18 36,35-18,-71-17,18 17,18-18,18 18,-19-17,19 17,-1 17,-17 1,0-35,0-1,17 1,-17-1,0 1,-1-18,1-18,0 1,17-1,-17 1,18-18,-19 0,19 17,-1 1,18-18,-17 17,-1 1,0-1,1-17,-18 0,35 0,-36 0,1 0,0 0,0 0,17 0,18 0,-17 0,34 0,18 0,-35 0,36 0,-72 0,19 0,-18 18,35-18,-18 17,0-17,36 0,17 0,-35 0,35 0,-52 0,70 0,-54-17,37 17,34 0,-70 0,35 0,-70 0,17 0,1 0,34 0,-52 0,0 0,17 0,36 0,0 0,-1 0,54 0,-71 0,0-18,17 18,-17 0,-17-17,34 17,18 0,1-18,-1-34,0 34,18-17,-53-17,-35 34,-18-34,18-18,17-35,0 17,18 0,0 36,-17-18,-1 0,18-18,-17 36,-36-1,18-35,-18 36,18-1,-18-52,35 35,-35 18,-35-1,0 0,0 1,0-1,-35-17,0 0,-18-17,0 17,1-1,16 19,-16 34,-36-52,-18 35,53 18,0 17,-35 0,-35 0,0 0,-53 0,0 0,53-18,-36-17,71 35,0 0,-35-17,53-1,17 18,-17-17,17 17,0-18,-53 18,-34 0,16 0,-16 0,16-17,-16 17,69-18,-17 18,35 0,1-17,-1 17,0 0,-35 17,0 18,35-17,0-1</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01T13:38:09"/>
    </inkml:context>
    <inkml:brush xml:id="br0">
      <inkml:brushProperty name="width" value="0.05292" units="cm"/>
      <inkml:brushProperty name="height" value="0.05292" units="cm"/>
      <inkml:brushProperty name="color" value="#FF0000"/>
    </inkml:brush>
  </inkml:definitions>
  <inkml:trace contextRef="#ctx0" brushRef="#br0">248 690,'-53'35,"0"18,18-1,35 18,0-1,18 1,-1-17,1-1,17 0,-17 18,35-35,17 17,-17-34,35 34,-35-35,0-17,17 18,-17-18,0 17,17 1,18 17,-35-35,70 17,-35 18,0-35,18 17,-53 1,0-1,0-17,-1 18,19-18,17 0,-35 0,70 17,-52 1,34 17,-17-18,-17 0,-1-17,1 18,17 17,0-35,70 0,-17 0,-53 17,71 1,-36-1,36 1,-54-18,54 0,-36 0,-35 0,35 0,-17 0,229 0,-194 0,70-18,-53 18,-17-35,106 0,-71 0,-17 18,34 17,19 0,-36 0,35 0,-35 0,-35 0,71 0,-36 0,53 0,35 0,-88 0,88 35,-53-18,18 1,-70-18,-18 0,70 0,-88 0,-17 0,-18 0,36 0,52 0,-53 0,53 0,0 0,-17-18,17-34,-70 35,-18-1,35 18,-35-17,18-1,17 1,0-1,-35-34,53 17,-35-52,-36 52,1-17,-36-1,0-16,-17-1,-1 0,-17 0,0-17,-17 17,-36 18,-18 17,19 35,-1-17,-70 17,-1 0,-34 0,-36 0,-35 0,-70 0,70 0,-18-35,71 0,53 35,-18-35,17 17,19 1,-36 17,-35 0,17 0,-70 0,-35 0,88 0,-53 0,18 0,35 0,-1-17,-34 17,35-53,0 36,-18-1,53-34,-17 17,-1-17,71 34,-123 1,-53 17,52 0,-105 0,-35 0,123 0,-35 0,35 0,70 0,-52 0,105 0,-70 0,0 0,-18 0,53 0,0 0,18 0,0 0,17-18,53 18,-70-17,-18 17,18 0,-88 0,70 17,35-17,18 0,0 0,35 0,-35 0,17 0,19 0,-19 18,18-1,-35 1,35 17,-17 0</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01T13:38:09"/>
    </inkml:context>
    <inkml:brush xml:id="br0">
      <inkml:brushProperty name="width" value="0.05292" units="cm"/>
      <inkml:brushProperty name="height" value="0.05292" units="cm"/>
      <inkml:brushProperty name="color" value="#FF0000"/>
    </inkml:brush>
  </inkml:definitions>
  <inkml:trace contextRef="#ctx0" brushRef="#br0">117 387,'53'0,"17"0,54-16,-36 16,88-33,-53 17,1 16,-19 0,1 0,-53 0,53 16,-36-16,-17 0,70 0,-70 0,53 17,-18-17,0 0,0 0,0 0,-17 0,34 0,-34 0,-18 0,35 0,-36 0,1 0,35 0,-17 0,-1 0,36 0,-35 0,17 0,17 0,19 0,-19 16,1-16,53 0,-18 0,35 0,0 0,-53 0,18 0,-18 16,1-16,52 0,0 0,-53 33,71-17,-18 0,-52 1,-1 15,0-32,-70 0,35 0,0 0,18 0,70 0,0 0,1 0,16 0,54 0,-71 0,18 0,17 0,-70 0,36 0,-19 0,18 17,36-17,-36 0,53 0,-18 0,-35 0,1-33,-19 17,-52 16,52 0,-87 0,17 0,0 0,18 0,52 0,18 0,1 0,-1-17,35 17,-17 0,-35 0,34 0,1 0,-88 0,52 0,-17 0,18 0,70-32,35 32,-52-16,17 16,0 0,-53 0,0 0,-88 0,-17 0,-19 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01T13:38:09"/>
    </inkml:context>
    <inkml:brush xml:id="br0">
      <inkml:brushProperty name="width" value="0.05292" units="cm"/>
      <inkml:brushProperty name="height" value="0.05292" units="cm"/>
      <inkml:brushProperty name="color" value="#FF0000"/>
    </inkml:brush>
  </inkml:definitions>
  <inkml:trace contextRef="#ctx0" brushRef="#br0">1555 343,'70'0,"-17"0,70 0,53 0,105-33,1-17,69 34,-17-1,-105-32,-1 32,-34 17,-142-16,19 16,17 0,0 0,-1-33,89 33,70 0,-105 0,88 0,-54 0,-52 0,36 0,-54 0,-17 0,-18 0,1 0,-19 0,19 0,-18 0,17 0,0 0,0 0,-17 0,0 0,17 0,1 0,-19 0,19 0,-19 0</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01T13:38:09"/>
    </inkml:context>
    <inkml:brush xml:id="br0">
      <inkml:brushProperty name="width" value="0.05292" units="cm"/>
      <inkml:brushProperty name="height" value="0.05292" units="cm"/>
      <inkml:brushProperty name="color" value="#FF0000"/>
    </inkml:brush>
  </inkml:definitions>
  <inkml:trace contextRef="#ctx0" brushRef="#br0">1315 1346,'70'18,"-18"34,1 0,-1-35,1 35,17-17,0-17,-18-18,71 0,-1 0,-34 0,34 0,-34 0,-36 0,18-18,-17-17,-1-17,1 17,-1 1,1-1,-1 18,1-36,-1 19,-34-19,69-34,-52 35,0-17,-17 17,-1-35,-17 34,18 1,-18 0,0 0,-18 0,-69 17,17 18,0-1,-53-34,1 35,52-18,-18 17,18 1,18 17,-36 0,1 0,-1 0,-87 0,-17 35,52-18,-18 18,36-18,69-17,1 18,-1-18,1 17,17 35,17 18,-17-18,18 0,-18 0,17 53,18-36,0 18,0 0,0-35,53-17,69 0,-69-18,17-17,17 0,-34 0,-1 18,1-1,-1-17</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01T13:38:09"/>
    </inkml:context>
    <inkml:brush xml:id="br0">
      <inkml:brushProperty name="width" value="0.05292" units="cm"/>
      <inkml:brushProperty name="height" value="0.05292" units="cm"/>
      <inkml:brushProperty name="color" value="#FF0000"/>
    </inkml:brush>
  </inkml:definitions>
  <inkml:trace contextRef="#ctx0" brushRef="#br0">1078 721,'106'-50,"17"0,71-17,-71 17,88 17,53 33,-35 0,71 50,-19-33,-34 16,87 0,36 1,-70-18,105 18,70-34,-52 0,-53 0,105 0,-140 16,-54 18,19-34,-71 16,0-16,-71 0,71 0,-53 0,35 0,53 0,18 0,-35 0,-18 0,-53 0,0 0,-53 0,-35 0,35 0,54 0,51 0,-69 0,35 0,-106 0,35 0,-53 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136 406,'53'0,"0"0,0 0,35 0,17 0,-34 0,17-16,-35 16,0 0,35 0,0 0,-18 0,1 0,17 0,-35 0,-1 0,19 0,-1 0,-17 0,35 0,0 0,-35 0,0 0,18 0,17 0,17 0,-34 0,-1 0,1 16,-18-16,-1 0,1 0,18 0,17 0,18 0,-54 0,1 0,0 0,18 0,-1 0,1 0,-19 0,19 0,-18 0,17 0,-17 0,35 0,-35 0,17 17,54-17,-54 16,1-16,-18 16,17-16,0 16,19-16,-1 0,-18 0,18 0,36 0,-54 0,18 16,-35-16,17 0,18 0,1 0,16 0,1 0,17 0,-35 0,-17 0,-1 0,-17 0,0 0,17 0,-17 0,0 0,18 0,-1 0,18 0,-35 0,0 0,0 0,52 0,-34 0,-18 0,0 0,17 0,1 0,-19 0,36 0,36 0,-36 0,0 0,35 0,1 0,-36 0,0 0,0 0,18 0,-54 0,72 0,-71 0,35 0,35 0,-53 0,19 0,-1 0,-18 0,1 0,17 0,35 0,-53 0,-17 0,35 0,-35 0,18 0,17 0,35 0,-35 0,71 0,-54 0,72 0,-19 0,-70 0,0 0,0 0,-35 0,35 0,36 0,-36 0,53 0,17 0,-17-16,18 16,-54 0,1 0,17-16,-34 0,-37 0,36 16,-35 0,35-17,0 17,-35 0,0 0,0 0,35-16,35 0,-17 16,-18 0,0-16,-35 16,35 0,18 0,-36 0,18 0,-35 0,0 0,18 0,-1 0,18-16,-17 16,-18 0,35 0,-18 0,1-16,-19 16</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298 401,'53'0,"0"16,0-16,-1 0,1 0,18 0,-1 0,36 0,35 0,-36 17,-17-17,1 16,-37 1,1-17,0 16,35-16,-17 0,-1 17,53-17,-70 16,0-16,0 16,17 1,1-17,17 0,-18 16,18 1,-17-1,-18-16,35 17,-18-17,-17 0,0 0,0 0,17 0,18 0,71 0,-36 0,53 0,0-17,-88 17,53 0,-35 0,-53 0,0 0,17 0,18 0,-17 0,34 0,-52 0,0 0,35 0,71 0,-71-16,-18 16,18 0,0 0,-17 0,-18 0,17 0,-17 0,35 0,0 0,-18 0,1 0,17-17,18 17,-54 0,1 0,0 0,18 0,-19 0,37 0,-1 0,-18-16,18-1,35 17,-52-16,52 0,0 16,-34 0,34 0,-18 0,-16 0,16 0,-52 0,53 0,52 0,-34 0,16 0,89 0,-52 0,34 0,0 0,-17 0,-18 0,36-33,-1 33,-70 0,-18 0,0 0,-34 0,69 0,-17 0,-18 0,18 0,18 0,-36 0,53 0,-88 0,0 0,36 0,-19 0,-52 16,18-16,-1 0,36 0,-53 0,-1 0,36 0,18 0,-53 0,17 0</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174 559,'53'0,"0"0,17 0,18 0,-35 0,18-15,17 15,-36-15,1 15,35 0,-35 0,0 0,53 0,-36 0,36 0,-36 0,-17 0,0 0,0 0,0-16,0 16,17 0,18 0,0 0,-17 0,-19 0,1 0,0-15,18 15,17-15,-35 15,-1-15,1 15,18 0,-1 0,-17 0,17 0,-17 0,53 0,-36 0,-17 0,0 0,0 0,17 0,19 0,-1 0,-18 0,18 0,-35 0,53 0,-1 0,-34 0,17 0,0 0,53 0,-18 0,1 0,16 0,-51 0,16 0,1 0,-36 0,-17 0,0 0,0 0,17 0,-17 0,18 0,-19 0,19 0,17 0,35 15,-35-15,0 0,71 0,-71 0,35 0,1 15,-36-15,0 31,18-31,-18 0,0 0,-18 0,-17 0,17 0,1 0,35 0,-54 0,1 0,0 0,0 0,0 0,17 0,18 0,36 0,69 0,54-16,-53 16,105 0,-70 0,35 0,-52 0,-36 0,35 0,-34 0,-37 0,19 0,-18 0,-53 0,53 0,-18 0,-35 0,36 0,-1 0,-35 0,35 0,1 0,-36 0,-18 0,18 0,-35 0,35 31,35-31,-52 0,70 0,-36 0,19-15,34 15,-34 0,17 0,-18 0,-35 0,0 0,-18 0,19 15,-37-15</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149 598,'53'0,"35"-16,0 16,-18 0,1 0,17 16,35-16,-52 16,52-16,-70 0,70 0,-70 0,18 0,-1 0,-17 0,17 0,-17 0,35 0,-17 17,17-17,-35 0,17 0,1 0,-1 0,1 0,-1 0,-17 0,53 16,-36 0,1-16,17 16,0-16,-18 0,-17 0,0 0,17 0,-17 0,71 0,-36 0,-18 0,36 0,-18 0,-18 0,19 0,-19 0,53 0,-52-16,-1 16,18-16,0 0,-17-1,35 1,-53 16,70 0,-35 0,0-16,0 16,35 0,-17-16,0 16,0 0,-18 0,-36 0,54 0,0 0,0 0,-18 0,0-17,-18 17,1 0,-1 0,-17 0,0 0,0 0,0 0,-1 0,19 0,-1 0,-17 0,71 0,17 0,-1 0,19 0,-71 0,35 0,-52 0,-18 0,17 0,1-16,17 16,-35 0,-1 0,19 16,17-16,-35 0,35 0,18 0,-1 0,72 0,-1 0,-53 0,53 0,-17 0,-36 17,-17-17,17 0,-52 0,70 0,-53 0,-18 16,36-16,0 16,-36 0,53-16,18 17,18-1,17 16,-53-32,54 17,-1-17,-35 0,35 0,-18 0,-34 16,17-16,17 0,-52 0,70 0,0 0,-17 0,17 0,0 0,-35 0,-18 0,36 0,-36 0,53 0,1 0,-36 0,35 0,0-16,-53-17,1 33,-36 0,-35 0,-1 0</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252 621,'53'0,"35"0,-18 16,18-16,36 16,-1-16,35 16,-70 0,71-16,-71 0,18 0,-1 0,19 16,-36-16,35 0,-35 0,-35 0,0 0,35 0,-36 17,19-17,-1 16,-17-16,0 16,35-16,-18 16,-17-16,0 0,0 0,0 0,17 0,1 0,-1 0,-17-16,0 16,35 0,17 0,-52 0,0 0,18 0,-19 0,36 0,-35 0,0 0,0 0,0 0,17 0,1 0,-19 0,36 0,-35 0,18-16,-18 16,17 0,-17 0,17 0,36 0,-18 0,0 0,35 0,18 0,-53 0,35 0,-34 0,34 0,-35 0,0 0,35 0,-35 0,18 0,-53 0,17 0,-17 0,0 0,17 0,-17 0,17 0,-17 0,0 0,18 0,-19 0,1 0,18 0,-1 0,1 0,17 0,-36 0,19 0,-1 0,-17 0,18 0,17 0,35 0,-35 0,18 0,17 0,-53 0,18 0,-17 0,34 0,-52 0,18 0,52 16,-70-16,17 0,18 16,-35-16,0 16,0-16,35 0,-35 0,17 0,-17 0,0 0,17 0,1 0,17 0,-18 0,18 0,-17 0,-1 0,0 0,-17 0,18 0,52 0,-70 0,35 0,-35 0,0 0,-1 0,1 0,18 0,-19 0,37 0,-1 0,-36 0</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209 803,'16'70,"-32"52,1-70,-17 88,32-53,-31 36,15-54,16 19,0-36,0 53,0-35,0-18,0 0,0 18,0 0,-16 17,16-34,0-1,0 0,0 1,0 17,0-123</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297 805,'0'52,"0"18,-17 35,1-17,-1 104,1-69,-1-36,1 71,-17-36,17 1,-1-1,1 18,-1-17,17 52,-16-53,16-17,0 0,0-35,0-17,0-106</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01T13:38:09"/>
    </inkml:context>
    <inkml:brush xml:id="br0">
      <inkml:brushProperty name="width" value="0.05292" units="cm"/>
      <inkml:brushProperty name="height" value="0.05292" units="cm"/>
      <inkml:brushProperty name="color" value="#FF0000"/>
    </inkml:brush>
  </inkml:definitions>
  <inkml:trace contextRef="#ctx0" brushRef="#br0">257 823,'53'17,"35"-1,-35 1,35-17,18 0,52 0,-17 0,71 0,-18 0,-36 0,19 0,-36 0,-53 0,17 0,-16 0,-1 0,0 0,35 0,-52 0,34 0,19 0,-36 0,35 0,1 0,-72 0,19 0,-1 0,-17 0,35 0,1 17,34-17,0 0,-70 0,71 0,-72 0,1 0,0 0,35 0,-17 0,17 0,-18 0,19 0,-1 0,-35 0,35 0,70 17,-70-17,36 0,-1 0,18 0,18 0,-54 0,19 0,-1 0,-52 0,-18 0,70 0,18-17,-88 17,35-17,18 17,-1 0,19 0,34 0,-17 0,-17 0,-1-17,53 1,-52-18,52 17,-17 1,17-1,-35 17,-18 0,36 0,-18 0,-53 0,71 0,-71 0,53 0,35 0,35 0,-70 0,71 0,-1 0,-105 0,70 0,18-34,-53 34,18-16,-18-1,-35 17,-1 0,19 0,-1 0,53 0,1 0,-1 0,53 0,18 0,-106 0,35 0,0 0,-88 0,36 0,-1 0,-35 0,35 0,1 0,-71 0,35 0,18 0,-18 0,35 0,-35 0,0 0,36 17,-54-17,36 16,0 1,-36 0,71 16,35-16,-17 0,53-17,-71 17,105 16,-70-16,-87 0,34-1,36-16,17 17,-18 17,72-34,-37 0,107 0,-88 0,-19 0,54 0,-71 0,1 0,-1 0,18 16,52-16,-52 0,18 0,-36 0,-53 0,1 0,-36 0,-35 0,17 0,1 0,-18-16,0 16,35-17,-35 0,-1 17,19 0,17 0,-17 0,-19 0</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01T13:38:09"/>
    </inkml:context>
    <inkml:brush xml:id="br0">
      <inkml:brushProperty name="width" value="0.05292" units="cm"/>
      <inkml:brushProperty name="height" value="0.05292" units="cm"/>
      <inkml:brushProperty name="color" value="#FF0000"/>
    </inkml:brush>
  </inkml:definitions>
  <inkml:trace contextRef="#ctx0" brushRef="#br0">139 849,'53'16,"0"1,34-1,-16-16,34 0,-17 0,35 17,1-17,122 16,-105-16,-1 0,-17 0,1 0,-1 0,-71 0,1 0,0 0,17 0,-17 0,17 17,-17-1,35 1,0-17,18 16,-1-16,18 0,-35 0,0 0,-17 0,-19 0,36 0,0 17,0-17,71 33,-19-33,-34 0,-1 0,18 0,-35 0,71 0,17 0,-36 16,107-16,-107 17,-17-17,18 0,-18 0,-35 0,35 0,1 0,16 0,-52 0,35 0,-52 0,17 0,0 0,-18-17,-17 17,0 0,-1-16,1 16,17-17</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01T13:38:09"/>
    </inkml:context>
    <inkml:brush xml:id="br0">
      <inkml:brushProperty name="width" value="0.05292" units="cm"/>
      <inkml:brushProperty name="height" value="0.05292" units="cm"/>
      <inkml:brushProperty name="color" value="#FF0000"/>
    </inkml:brush>
  </inkml:definitions>
  <inkml:trace contextRef="#ctx0" brushRef="#br0">157 931,'158'0,"35"0,53 24,106-24,122 0,18 0,106 0,-71 0,-194 0,-104 0,-53 0,34 0,-104 0,-36 0,0 0,-17 0,17 0</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459 262,'53'0,"-1"0,19 0,34 0,18 0,-70 0,-1 0,1 0,0 0,-1 0,18 13,-17-13,17 14,-17-1,0-13,17 0,0 0,-17 0,0 0,-1 0,1 0,0 0,-1 0,1 0,17 0,18 0,0 0,0 0,-18 0,-18 0,1 0,17 0,-17 0,52 0,-34 0,-1 0,0 0,-17 0,17 0,18 0,-36 0,1 0,17-13,-17 13,17 0,-17 0,17 0,36 0,16 0,-34 0,18 0,-36 0,0 0,35-27</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665 249,'51'34,"-1"0,18 17,17-17,-35 17,1 16,-34-16,-68-34,1 0,-1 17,0-17,0 0</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739 294,'53'0,"-1"0,19 0,-19 0,36 0,-35 15,35-15,-36 0,1 29,0-29,17 0,0 0,-17 0,17 0,-17 0,35 0,-35 0,-1 0,36 0,-35 15,17-15,-17 0,17 0,35 0,-17 0,-35 0,35 0,-36 0,36 0,-35 0,0-15,34 1,-16-1,-19 15,36 0,-35 0,17 0,-17 0,0 0,52 0,-52 0,35 0,34-15,1 15,-52 0,17 0,-36 0,19 0,16 0,-16 0,-19 0,1-15,0 15,17 0,-17 0,-1 0,1 0,0 0,-1 0</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1027 267,'69'17,"16"17,-17 0,17 0,-16 0,-18 0,-68 16,-68-16,16 0,18-17,-34 34,-1-34,35 0,0 0</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1387 321,'-87'18,"34"34,18 1,-17 17,17-18,-35 35,35-34,17 17,1-18,17 1,-18 52,18 17,0-52,18 0,-1 17,36 18,-18-52,35 34,-18-52,1 0,-1 0,71 35,-36-35,53 35,-17-53,52 36,0-36,-53 1,53 17,-17 0,-71-35,36 0,-71 0,1-35,17-70,-35 17,0-52,17 18,-34 35,-18-36,0 36,0-36,-18-34,-17 70,0-36,0 18,-52 1,52 34,-53 0,-17 17,0-17,0 35,-17-17,-36 34,88-17,-70 18,18 17,52 0,-35 0,-18 0,36 0,-36 0,36 0,34 0,1 0</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1596 252,'-53'0,"-35"52,18-17,17-17,18 34,18 0,-1 0,1 18,-1 0,18-18,0 0,0 0,0 1,0 16,18-16,17 16,-18 1,36 0,0-36,34 36,-34-35,0 0,17 34,0-34,-17 0,17-18,-17-17,52 35,-52-35,-1 18,1-18,35 0,-18 0,18 0,35 17,-53-17,18 0,-18 18,18-18,-1 0,1 0,17 0,18-18,53 1,-36-1,36 18,35-35,-53 35,17 0,-87-17,17 0,-17-18,-35 0,17-17,-17-18,-1 18,-34 0,17-18,-18 18,-17-53,0 35,0 1,0-36,-17 36,-18-36,-35 35,17 18,0 17,-17 18,-53-18,0 0,-123 0,-34 18,16 17,-69 0,-71 35,141-18,-36 36,71-36,70 0,53-17,52 0,0 0,1 35</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1339 596,'-68'0,"17"17,-1 0,-16 18,16-35,18 51,17 0,17 1,0-1,34 18,0-18,1 1,16-35,0-17,18-17,-1-52,-16 18,-18-18,0 1,1 16,16-16,-51 16,0 1,0-1,-51 18</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1036 538,'53'-32,"17"32,18 0,-35 0,-1 0,19 0,-19 0,36 0,-35 0,0 0,35 0,-36 0,19 16,-19-16,19 16,-1-1,0-15,53 16,-52-16,-1 16,0-16,-17 0,17 16,0-16,1 15,17-15,-18 0,0 16,-17-16,35 0,-35 0,70 0,-53 0,0 0,1 0,16 0,-34 0,53 0,-1 0,0-16,36 16,-18 0,-53 0,-17 0,0 0,17 0,-17 0,0 0,17 0,0-15,-17 15,0 0,17 0,18-16,35 0,-53 16,0-16,-17 16,53 0,-1 0,1 0,-19 0</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1283 495,'86'34,"68"17,-52-17,35 1,-85-18,-35 34,-17 17,-17-17,0 1,-35-18,1-34,0 17,-1-17,1 34,-1-17</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1275 610,'-50'34,"-35"34,35-17,16 16,-16-16,67 0,33 0,1-34,-1-17,1-17,-1 0,-16-34,-1 0,-33 0,0-16,-50 16,33 0,-17 0</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1040 608,'53'0,"17"0,36 0,-53 16,87 17,-16-17,-36 0,-18 1,0-1,1-16,-18 0,35 0,-18 0,36 0,-1 0,-52 0,0 0,-1 0,1 0,18 0,-19 16,19-16,-18 16,17-16,18 0,0 0,0 0,-18 0,1 0,-18 0,-1 0,19 0,-18 0,17 0,0 0,18 0,-17 0,34 0,-52 0,0 0,17 0,1 0,-18 0,35 0,-36 0,54 0,-53 0,35 0,-18 0,18 0,-35 0,35 0,35 0,-70 0,17 0,-17 0,17 0,1 0,-1 0,-17 0,0 0,35 0,-35 0,35 17,0-17,-18 0,18 0,-18 0,1 0,17 0,0 0,-18 0,-17 0,17 0,18 0,18 16,-18-16,-18 0,-17 0,18 0,17 0,35 0,-35 0,35 0,-35 0,-18 0,-17 0,0 0,0 0,-1 0,1-16,0 16,53 0,-18 0,0 0,0 0,0 0,-18 0,0 0</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1346 212,'15'87,"1"16,-16-16,15 34,1-52,-16-17,0 35,0-18,0 1,0-1,0-17,0 0,-31-174,-16 19,16 33</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1289 239,'17'52,"-17"0,18 0,51 52,0 34,-17-17,34 69,-51-103,0-35,34-121,17-87,35-34,-34 51,-35 70,-18 0,-16 17</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1380 760,'-53'35,"18"17,-35 17,35 1,35 0,0-18,0 0,35 52,-17-51,17-1,17 17,18 1,-17-18,-1-35,1 36,0-36,17 18,-18-18,36 35,-35-34,34-1,1-17,17 18,-17-18,-1 0,-34 0,-1 0,19 0,-1 0,-18 0,1-18,-1 1,18-1,-17 1,0 0,-1-1,18-17,0 1,1 16,-1 1,-18 17,18-35,18 0,-35 18,-1 0,1-1,17-17,-18-17,1-17,-36-1,-17 18,0 0,0-53,-17 53,-1 0,-34-18,-1 36,-17 16,0-17,-18 18,-69 0,34-1,0 1,-34-18,34 18,0-1,1 1,69 17,-35 0,18 0,18 0,-19-18,1 1,18 17,-18 0,17 0,1 0,-54 17,-16 1,34-18,18 17,0-17,17 0</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2346 637,'-70'18,"18"34,0-34,-1 17,-16 35,-19 0,36-35,0 0,-18 18,18-1,-1 1,36-1,-53 36,35-18,-17 70,17-53,35-17,0 0,0 18,0-35,35 17,17 35,1 0,-19 0,36-35,-17 17,16-34,-16-1,16-52,1 0,-17 0,-1 0,70 0,-35 0,0-17,1-18,-1-35,0-18,0-17,-52 0,35 0,-18-52,-17 34,-17-52,-18 17,0 53,0-70,0 18,-53 51,18-69,0 105,1 18,-1-18,-18 17,-34 1,-18-18,36 52,-36-34,53 52,-35-53,34 53,-34-17,35-1</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1488 2864,'53'18,"52"34,19-34,70-1,-18 1,-35-18,35 35,18-18,-71 1,53-1,1 18,-89-17,70-1,19 1,-89-18,70 0,-17 0,-17 0,17 0,-18 0,-35 0,0 0,18 0,-53 17,17-17,18 0,-17 0,17 0,0 0,35 0,1 0,-36 0,0 0,35 0,-34 0,-1 0,0 0,18-17,-18 17,-18-18,18 1,0 17,18 0,-18 0,0 0,36 0,-1 0,18 0,18-18,-71 18,88 0,-70 0,17 0,36 0,-18 0,-53 0,70-17,-17 17,-17 0,52-35,35 17,-70 18,106 0,-53 0,-18 0,36 0,-71 0,70 0,-35 0,-52 0,17 0,17 0,-34 0,17 0,0 0,-18 0,36 0,17 0,-35 0,35 0,0 0,-88 0,71 0,-18 0,123-17,-140 17,34 0,-70 0,36 0,-36 0,0 0,0 0,0 0,36 0,-1 0,0 0,18 0,18 0,-71 0,35 0,-35 0,53 0,0 0,-17 0,52 0,-17 0,-54 0,19 0,-54 0,18 0,-17 0,17 0,0 0,53 0,18 0,-18 0,35 0,-53 0,1 0,-1 0,-17 0,17 0,36 0,-18 0,-18 0,18-35,-18 17,-17 1,17-1,-52 1,-18 17,0-18,-1 1,1-1,35-34,-35 52,0-53,0 1,0-36,17 35,-17 1,18-18,-18 0,-18 17,0 1,-35-1,18 1,-1-18,-17 17,-17 0,-1-17,-35 35,0 0,-17-17,-1-1,-17-17,18 18,17-1,0 18,-17 18,-1-18,18 17,0-17,-35-18,35 36,-17-1,-18 1,-18-1,-70-34,52 34,1 18,-18-17,-18-1,36 1,-35-18,-19 17,1 18,-53-17,-35 17,52 0,-87 17,-19 36,-16-18,104-35,-69 0,52 0,-88-18,53 1,18 17,-53 0,-53 0,52 0,54 0,-18 0,18 0,-89 0,-34-35,105 35,-53-18,53 18,53 0,-53-17,88 17,18 0,-36-35,54 17,-19 1,1-1,53 18,-18 0,-35 0,17 0,-35 0,-17-35,52 18,-52-1,17 18,35 0,-35 0,-17 0,35 0,-53 0,-36 0,89 0,-35 0,-1 0,-334-52,458 34,17 1,1 17,-36 0,-53-18,18 1,-123 17,88 0,-53 0,105-18,19 18,16 0,1 0,18 0,-36 0,-158 0,105 0,36 0,35 0,-36 18,-651 174,687-174,35-1,0 1,0 34,53 1,-35 34,0-17,-1-17,-16 17,-19 53,53-53,-34 52,-1-17,17-52,19-1,-18 36,17-35,18-1,18 36,17-36,-35 1,70 17,-17-18,0-17,-35 36,35-19,17 1,-17-18,70 52,-87-34,16-36,1 18,0-35,18 0,-1 18,71-18,-53 0,-35 0,0 17,35-17,-35 0,0 0,17 0,159-17</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1664 144,'34'141,"-34"88,52 70,-35-35,35 141,-18-17,-17-124,35 71,-18 105,18 0,-52 36,69 34,-52-246,35 18,-1-53,-34 18,1-71,-1 0,17-18,-34-52,0 70,0-17,0-36,0 18,17 17,-17-52,18 88,-1-18,-17-35,0 105,-17-70,-1 53,-33-35,51-53,-17 70,-35 18,35-70,-35 52,35 18,-17-71,16 18,1-17,17-36,0-17,0 17,0-35,0 0,0 18,0-18,0 0,0 0,0-17,0-19,0-104,0-54,-34-35,17 18</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1681 144,'105'53,"18"-36,35 36,123-35,18 35,-71-53,106 0,-53 0,-53 0,36 0,-18 0,-71 0,1 0,-70 0,-36 0,-18 17,71 1,-35-18,35 18,0-18,0 0,-35 0,-18 0,-70 70,-17 36,-1 70,0-18,-34 142,34-1,-34-105,34 53,-35-19,36-16,-36 52,0-53,53 1,0-71,0 17,0 36,18 105,-18-123,0 53,0 36,17-54,36 36,-35-36,-1-88,1 18,17 18,-35-18,0 88,18 35,-1-71,18 36,-35-17,18-71,-1-18,1 71,-1-53,36 70,-35 36,17-71,-18 0,-17-53,0-35,0 35,0-17,0 17,0 36,0 35,0-18,0 0,0-18,0-34,0-19,0-16,0 16,0 18,0 18,0 36,0-1,0-88,0-18,-17 1,-1-19,-17 1,0 35,-35 0,17-52,-35 16,-17 19,17-18,35-36,1-17,-1 0,-17 0,-53 0,-70-35,-1 0,-69 0,-18 17,17 0,-69-34,69 16,-34 1,69 0,124 35,52 0</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01T13:38:09"/>
    </inkml:context>
    <inkml:brush xml:id="br0">
      <inkml:brushProperty name="width" value="0.05292" units="cm"/>
      <inkml:brushProperty name="height" value="0.05292" units="cm"/>
      <inkml:brushProperty name="color" value="#FF0000"/>
    </inkml:brush>
  </inkml:definitions>
  <inkml:trace contextRef="#ctx0" brushRef="#br0">2861 361,'-53'-52,"0"17,1 0,-18 0,-18 35,18-17,-18 17,36 0,-1 0,0 0,-17 0,0 0,0 0,17 0,1 0,-19 0,-16 0,-1 0,18 17,-53 1,0-1,36 0,-36-17,18 53,52-36,-70 35,71-17,-19-1,19 1,34 17,-34 18,17 17,17-35,18 0,0 0,18 0,17 0,17 0,36 0,-35-52,17 35,17 17,1-17,-18-18,0 1,-17-1,0 0,17-17,18 0,-36 0,1 0,-1 0,1 0,0 0,34 18,19-18,16 0,54 0,-1 0,-17 0,17 0,-34 0,-89 0,18 0,1 0,16 0,1 0,-18 0,-17-18,-1 1,19-35,-19 17,18-34,-35-1,-35 18,0 0,0 0,0 0,0-18,-17 18,-18 0,-35-35,35 35,0 0,-18 52,0-17,1-1,-1 18,-35-17,18 17,18 0,-1 0,-17 0,0 0,17 0,0 0</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01T13:38:09"/>
    </inkml:context>
    <inkml:brush xml:id="br0">
      <inkml:brushProperty name="width" value="0.05292" units="cm"/>
      <inkml:brushProperty name="height" value="0.05292" units="cm"/>
      <inkml:brushProperty name="color" value="#FF0000"/>
    </inkml:brush>
  </inkml:definitions>
  <inkml:trace contextRef="#ctx0" brushRef="#br0">725 288,'53'0,"17"0,0 0,1 0,-1 0,35-13,-17 13,35 0,18 0,-18 0,35 0,-35 0,-70 0,35 0,-18 0,0 0,18 0,-18 0,36 0,-18 0,-18 13,18-13,0 0,-36 0,19 0,-19 0,36 0,-35 0,0 0,17 0,0 0,36 0,17 0,-35 0,0 0,17 27,-52-27,87 0,-69 0,34 0,18-27,-35 27,-35 0,-1 0,1 0,17 0,53 0,-17 0,70 0,-53 0,-36 0</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131 323,'53'33,"17"-1,35 17,-52-49,0 16,-1-16,1 16,17 1,1-17,-1 16,-17-16,17 0,18 0,0 0,-18 0,-17 0,-1 0,18 0,-17 0,35 0,-35 0,17 0,18 0,-18 0,-17 0,-1 0,1 0,0 0,0-16,-1 16,19 0,-1 0,-18 0,1 0,17 0,1 0,-1 0,35 0,-17 0,-18 0,-17 0,0 0,0 0,-1 0,1 0,35 0,-36 0,19 0,-1 0,-17 0,17 0,0 0,-17 0,70-17,17 1,18 16,-87 0,-19 0</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1188 1039,'-35'71,"0"-1,0-17,17-1,-17 1,17 0,-17 35,0 0,17-18,1 0,-18 36,35-18,0-18,-36 18,36-17,0-19,-17 19,-1 34,1 1,17-36,0 0,-18 18,18 35,0-35,0 35,0-17,0 17,18 35,-1-17,1-35,-1 17,36 0,-35-35,-1 35,18 17,-17-52,35 35,-18-17,-17-36,17 1,-18-1,19 0,-19-17,1 0,52 35,-35-35,0 35,1-36,-1 1,35 17,-17-17,35 35,0-35,0 0,17 17,1-35,-36 0,1 0,34-17,1-18,17 35,35-17,18 17,-18 18,36-18,-1 18,-34-1,16-52,-16 0,-71 0,70-35,18 18,-53-19,88 1,0-35,-53 35,141-71,-52-17,-1-18,0-70,-105 71,17-1,-35-35,-52 36,-1-36,-35-35,0 35,-35-35,0 0,0 70,0-70,-17 35,17 35,-18-17,1 0,-1 70,0 0,1 18,-1 17,-17-17,0 17,-18-18,18 19,-35-36,17 0,-88-18,0 1,36-1,-53-34,17-1,35 71,1-1,-1 18,18 1,-17-1,-1 0,-17 18,-35-71,0 71,-36-53,53 36,1 16,-1 1,18 0,17 18,-34-1,-19-35,54 36,-36 17,-17-18,52 18,-52 0,-18 0,35 0,-17 0,-18 0,70 0,-17 0,0 0,53 0,-18 18,35-1</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247 341,'53'0,"17"0,18 0,17 0,-17 0,17 0,0 0,18 0,-52 0,16 0,1 0,0 9,-18-9,0 0,1 0,16 0,1 0,-18 0,1 0,-19 0,1 0,0 0,52 0,-35 0,0 0,18 0,0 0,17 0,-35 0,1 0,-1 0,53 0,-18 0,-52 0,17 0,0 0,-17 0,35 0,-1 0,1 0,0 0,-18 0,-17 0,-1 0</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2050 620,'-70'71,"34"-18,1 17,0 0,0-17,17 0,-17 17,0-17,18 0,-19-1,19 1,-1 0,-17 0,18-1,-1 19,-17-1,0 18,-18 18,18-36,-18 18,18-18,0 18,0-35,-1 0,1 35,18-18,-1 0,-17 36,17-18,-17-18,0 36,0-36,17 18,1 35,-1 0,1-17,-1 34,-17 19,35-36,0-18,0 1,0-53,0-1,0 19,0-18,0 52,35-17,-35-18,18-17,-1 17,1-17,-1 0,1 0,17 52,0-17,-17-35,17 35,18 0,-36-35,18-1,-17 1,52 35,-35-35,36 17,-1 1,-17-36,0 0,-1 18,19 17,-19-17,1-36,0 36,-1-18,19 18,17 0,-18-18,0 35,-17-34,0-19,-1 18,36 0,-35-17,17 0,-17-1,17 1,18-1,35-17,53 0,-88 0,87 0,19-52,-18-19,34-17,19-17,-89 70,54-36,-36 19,-105 16,17 1,18-70,-18-36,0-53,-17 36,-18-53,36 0,-19 53,1-53,17-18,-52 71,-1-53,-17 17,0 36,0-35,0 34,-17 1,-36 17,18 36,0-18,-18 17,18 36,0-36,-35-17,34 0,-51-35,16 17,36 53,-35-17,35-1,-1 36,-34-53,17 17,1 1,-36-19,18 19,17 52,0 36,0-19,1 19,-36-36,0 18,-17 0,-71-18,53 35,-71 1,19-1,34-17,-17 17,35 1,-35-1,35 1,35-1,-35 18,35 0,35 18,-35 34,-17 1,35-18,17 0,0-17</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1667 348,'-70'70,"0"1,-18 17,35-18,-17-17,17 0,18-1,-18-16,0-1,18 18,-18 17,0 18,-34 0,34 35,-18-18,19 1,-1 0,35-36,1-17,-18 35,17 70,0-35,-17 18,-17 17,16 1,19-72,-18 107,17-71,18-35,0 53,0 17,35-17,-17 70,35 0,-53-88,17 35,1-34,-1-19,18-34,-17-1,17 35,0 19,18-54,-18 53,0-53,1 1,-1 34,35-34,-52-18,34 34,1 1,0 18,35 17,-18-53,-35 36,18-53,-35 0,34 17,19 53,-18-70,-1 0,36 17,-35-17,17 0,-17-1,0-34,17 17,18 0,-35-17,105 17,-35-17,18-1,70-17,0 0,-71 0,36 35,-17-35,-72 0,1 0,-17 0,17 0,-18 0,18-17,0-1,17 1,18-19,-35 1,-35 18,35-19,0 1,-35 0,35-18,52-87,-52 34,53-87,-18-19,-53 89,18-105,0 17,-18 52,36-105,-36 18,1 35,-1 35,-35 18,18 35,-36 17,-17 1,0 34,0-17,0-35,0 35,0-70,0 17,-35-17,18 17,-1 71,18-53,-18 35,1 17,17-17,-35-53,17 71,1-53,-1 53,0 17,-17 0,0-17,17 17,-17-17,-17-18,16 17,-16 1,16 0,1 17,0 0,-18 0,-52-52,52 69,-17 1,-1-17,19 34,-1-17,-35 0,-17-18,-1 35,18-17,18 17,-1 1,1-1,0 1,-18-19,18 19,-36-1,-35 1,-52-36,87 53,-87-18,52-17,53 35,-35 0,-52-17,51 17,-51 0,52 0,52 0,-17 0,0 0</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3131 700,'-88'18,"35"0,-52 17,-53 17,34-34,1 35,53-53,0 0,-18 35,17 0,19-18,-19 19,18-1,-17 0,-18-18,35 18,1 18,-19-18,18 0,1 18,16 0,-16-1,16 1,1 17,0 0,0-17,0 17,17 1,18-1,-17-18,17 1,-18 0,18 35,0 34,0 1,0-52,0 16,0-34,18 35,-18-18,17 18,18-18,1 35,-1-34,17-19,1 19,35-1,-35-35,53 18,-54-36,19 36,34-1,1 1,17 17,0-34,-53-1,36-18,-18 36,-35-36,17 1,18 0,-18-18,53 35,53 0,-17 0,69-18,-17 1,1 17,16-35,-52 18,35-18,18 17,-18 18,53-17,-18-1,-70-17,0 0,-53 0,-53-17,-17-1,18 1,-1-18,18 0,0 17,-18-17,89-35,-36-1,-35 19,17-36,1 18,-54 35,36-36,-17 19,-18-1,35-17,-36-71,1 18,-18-35,0 18,-35 17,0-17,-17-18,-1 0,1 17,-1-17,0 70,-34-17,34 17,-35-17,18 52,0 1,-18 16,0 1,18-52,-70 16,-1-16,1-1,-54-53,1 18,17 71,-17-19,35 36,0 0,0 35,17 0,-17-17,-35-1,-1 1,18-1,-70 18,-52 0,87 0,-35 0,17 0,106 0,-35 0,17 18,54-18</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583 758,'16'140,"0"-17,-16 87,0-17,0-18,0 35,0 1,0-71,0 70,0-17,0-18,48-17,-33 0,1-71,0 18,0-35,-16-157,0-53</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1528 1023,'88'17,"18"36,70-18,1-17,104 17,1-35,-17 0,140 0,194 0,-70 0,-36 0,124-18,-88 18,-36-35,54 35,-125 0,-51 0,-90 0,72 0,-106 0,-54 0,19 0,-1 0,-34 0,-1 0,18 0,-18 0,71 0,-18-17,-53-18,88 17,-17 18,-53-18,53 18,17-35,-35 18,35-1,-17-17,-53 18,88-36,-53 35,-18 1,54 17,-89 0,-35 0,123 0,1 0,-36-35,70 17,1 1,-106 17,17 0,-70 0,-35 0,0 0,-1 0,1 0,17 0,-52 0,17-18,-35 18,0 0,35 0,70 18,-17-1,106 1,-53 17,-88-18,-53-17,-36 88,18 0,1 17,17 1,-18-36,-18-18,1 36,53 70,-19 0,37 88,16-35,-52-36,18-17,-18-35,-36 0,1 35,-1-35,-17 0,0 17,0-52,0 35,0-35,0-18,0-18,-17 19,-36-1,18 0,-18 18,-18-53,-17 18,18-18,-18-35,-53 17,-106 18,18-17,-141 35,-141-18,0 17,-194-52,-194 0,53 0,18 0,35-17,53-53,52-1,1-34,247 70,-1-18,-17-17,17 53,71 17,106-36,-18 19,35-18,18 17,-35-34,17 34,-35-35,18 53,52 0,-17 0,-17 0,105 0,-36-17,-16-36,52-17,-53 52,0 1,-88-36,-35 36,-53-19,-53 19,35-18,88 17,-70-34,88 16,18 36,53 0,87 0,1 0,70 0</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2321 1311,'-53'0,"0"18,-17 17,-18-17,17-1,19 1,-1-18,-18 35,-34 18,52-35,0 17,-18 0,19-17,-19 17,1 53,17-35,0 17,-35 36,35-54,-18 54,19-35,16-19,1 19,0-1,17-17,1 0,-1 0,0 35,1-36,-1 1,1 0,17 53,-18-54,-17 54,17-18,-17 18,35 17,-18-35,1 18,-1-18,18 0,0 52,0 19,0-36,0 18,0-18,0-52,0 17,0 17,0-34,0 52,18 18,17-18,-18 35,1-17,0-70,17 52,-17-53,17 36,0-36,0 1,-17 17,17 0,0 0,-17-36,17 19,-17-1,-1 1,19-1,-1 1,0-19,18 36,17 18,-34-36,52 71,0-35,-35-36,35 36,-53-53,53 52,0-52,-17 0,-1-18,1 0,-18 18,52 0,-34 0,-1-18,36 18,0 17,-1-35,-17 36,18-36,-35 18,70 0,-53-18,0 18,35-1,0-16,-35-19,53 18,-17 18,-36-17,53 16,0-16,0-1,0 18,52-36,-69 1,17 35,52-18,-16 0,87 18,-53-36,89 36,-18-35,-36-18,36 0,18 17,-106-17,70 0,0 0,-17 0,35 0,17 0,-70 0,53 0,18 0,-71 0,70 0,-17 0,-71 0,54 0,-36 0,-35-17,-1-18,-34 17,-71 0,-18 18,1-35,-18 18,35-19,18-16,-1-19,54-17,-1 18,-34-1,34 18,36-52,-35 17,34-53,-34 18,0-18,-18 18,-36-18,-17 0,0-17,-17 34,-1-52,36-52,-18 16,36-34,-1-18,-53 105,18-52,-17 0,-1 17,1 18,-18-17,-18 34,18-17,-36 0,-17 53,0-18,0 18,0 35,0-35,-17-89,-36 54,-18-18,-17-18,18 71,-36-35,36-1,-18 18,-36-52,1 34,-18-87,0-1,18 89,-18-36,17 36,54 70,0 35,17 0,0 36,-53-36,53 18,-35-1,-18-16,18 16,-70-34,-18 52,17-17,-17 0,-36 0,54 0,-54 35,19-18,-19 18,-52 0,-36 0,71 0,-88 0,18 35,70-17,-141 35,35-1,36 1,-36 0,-53 0,106 0,-88-1,106-34,-53 17,-18 0,106 1,-17-19,16 1,90-18,16 0,-52 0,17 35,-17-17,-35-1,88 1,-18 17,-18-17,71-18,17 17,1-17,17 0,-70 0,35 0,-36 0,1 18,53-18,-1 0,18 0,-52 0,52 0,-71 0,72 0,-19 18</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700 867,'-71'0,"1"17,-36 36,18-36,35-17,53 70,0 18,0-18,18 17,-1-34,19 16,-19-16,36-18,53-18,-18-17,35 0,89 18,-1-1,18 36,-17-18,17-18,-17 1,17-18,-53 0,-53 17,36 18,17-17,-17 17,141 17,-71 18,70 0,36-17,-35-1,70 1,-70 17,-71-35,35-18,-52 36,-54-36,19 1,34 17,-87-35,70 0,17 0,-35 0,-35 0,71 0,-71 0,53 0,-18 0,0 0,18 0,18-18,-36 1,35-1,1-34,-36 34,89-17,70 18,-71-1,88 18,71 0,1 0,51 0,72 0,-124 0,0 0,-71 0,89 0,-71 0,71 35,88-35,-106 0,-124 0,19 0,-72 18,-140-18,70 0,36 0,-53 0,70 0,0 0,-18-18,54 18,-36-35,-106 35,36-17,17-1,0 18,36-17,52-18,-87 17,87-34,-88 17,-17-18,0 18,-1 0,-70 18,1-1,69 1,-87-1,17 1,-35-1,0 1,17-36,89 36,140-36,107 1,52-18,124-18,-195 19,-140-1,-176 35,-54-18,-17 1,-35-18,0 17,-18 36,-18-1,-87 18,-107 0,-17 0,-299 0,105 0,-88-70,53 18,52-18,195 52,-36-34,18 34,71-17,-54 35,36 0,18 0,-54 0,36 0,18 0,-71 0,-18-17,36 17,-107-35,54 35,35 0,-53-18,53 1,-88-36,-71 18,1 0,-160 35,-69 0,16 0,-122 0,52 0,106-35,18 0,53 35,228 0,19 18,70-1,-18 18,53-35,35 0,18-17,35 17,-17-18,70 18,-17 0,-36 0,-53 0,36 0,-71 0,-18 0,1-17,-18 17,-71 0,71 0,-53 0,-18 0,71 0,-141 0,194 0,35 0,-35 0,52 0,-105 0,53 0,-1 0,54 0,-88 0,122 0,-69 0,17-18,17 18,54 0,-1 0,19 0,-19-17,-17 17,-88 0,17 0,18 0,53 0,0 0,17 0,1 0,-18 35,17-18,18 1,0-1,-17 18,-1 18,-17-1,-35 18,70-52</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1-30T12:21:56"/>
    </inkml:context>
    <inkml:brush xml:id="br0">
      <inkml:brushProperty name="width" value="0.05292" units="cm"/>
      <inkml:brushProperty name="height" value="0.05292" units="cm"/>
      <inkml:brushProperty name="color" value="#FF0000"/>
    </inkml:brush>
  </inkml:definitions>
  <inkml:trace contextRef="#ctx0" brushRef="#br0">1419 1228,'-53'-17,"-17"-1,-71 36,-18-1,-17 18,-36-17,124-1,-18 18,54 0,16 17,19 0,-1 1,18-1,18 0,-1 1,1-1,35-52,0 0,17 0,-17 0,70 17,54 18,-54 0,71 17,-18-17,-35-17,141 34,-141-34,35 16,89-34,35 0,-71 0,70 0,-70 0,-52-17,34 17,1-17,-107 17,54 0,-71 0,-17 0,-18 0,17 0,-17 0,0 0,53 0,-1 0,19 0,87 0,18 0,-52 0,87 0,36 0,-71 0,-18 0,54 0,-71 0,105-35,1 17,-71 1,71-36,-36 36,-88-18,36 35,-71 0,-18 0,18 0,-17 0,-36 0,70 0,19 0,-1 0,88 0,-17 0,-71 0,71 18,-35-1,-71-17,70 17,-35 18,89 0,-1 0,-17-17,70-1,0-17,-17 0,-18 0,-53 0,71 0,70 35,-141-35,0 0,71 0,-36 0,-70 0,53 0,-18 0,-53 0,89 17,-18 36,-18-53,0 0,35 0,-88 0,36 0,17 17,18 18,35 0,17 0,1 17,17-52,-35 0,-35 0,-18 0,-17 0,-71 0,88 0,-70 0,105 17,106 36,71-18,35-35,-106 0,-53 0,-88 0,-105 0,-89-53,0 1,0-53,-35 53,0 0,0-1,0 1,-17 0,-71 17,-18 0,-18 0,-17 0,-35-17,-35 35,-1-18,-70 0,-88 0,-18 17,-158-16,-194-36,52 0,18 35,-105 35,52 0,71 0,-124 0,230 0,53 0,17 0,176-35,36 18,-54-35,54 34,0-17,-36 18,36 17,-142 0,-17-35,-194 35,124-70,-71 53,0-53,176 35,-35 35,0 0,141 0,-159 0,18 0,53 0,0-17,70 17,71 0,53 0,-89 0,19 0,52 0,-35 0,-71 0,71 0,-71 0,1-53,-19 36,54 17,-53 0,35 0,-53 0,53 0,53 0,17 0,53 17,71-17,0 0,18 0,-1 0,18 0,-35 0,18 18,-1-18,1 17</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01T13:38:09"/>
    </inkml:context>
    <inkml:brush xml:id="br0">
      <inkml:brushProperty name="width" value="0.05292" units="cm"/>
      <inkml:brushProperty name="height" value="0.05292" units="cm"/>
      <inkml:brushProperty name="color" value="#FF0000"/>
    </inkml:brush>
  </inkml:definitions>
  <inkml:trace contextRef="#ctx0" brushRef="#br0">324 754,'53'-34,"53"17,-18 0,-18 17,18-17,36-35,-54 52,71-17,-17 17,-1 0,-70 17,70-17,-17 17,35-17,35 0,0 0,36 0,-18 0,-36 0,19 18,-1 16,-17-17,17 0,-35-17,17 17,-17-17,-17 0,52 34,35-34,-34 0,-1 0,71 17,-18-17,53 0,-18 0,-52 0,17 0,35 0,-52 0,70 17,-36 18,-16-18,69 17,-35-34,-52 0,-18 0,17 0,-70 0,71-17,-1 17,-34 0,16 0,-16 0,-72 0,36 0,-52 0,-19 0,1 0,17 0,-35 0,17 0,53 0,-34 0,-19 0,18 0,0 0,71 0,-18-17,35 17,36 0,-36 0,35 0,-17 0,-35 0,35 0,-36 0,1-17,17-18,0 18,-35 17,53-17,35 17,-17 0,52-51,18 34,-35-34,70 33,53-50,-123 51,17 0,-34-17,-72 34,18-17,36 17,-36-18,53 1,0 17,-17-34,52 17,-17 0,-71 17,18 0,18 0,-89 0,36 0,17 0,-35 0,70 0,-34 0,52 0,-18 0,-35 0,36 0,-71 0,-18 0,1 0,-36 0,-35 0,17 0,1 0,-18 0,-1 0,19 17,-1-17,-17 0,53 0,-35 17,-19-17,-193 0,-105-17</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01T13:38:09"/>
    </inkml:context>
    <inkml:brush xml:id="br0">
      <inkml:brushProperty name="width" value="0.05292" units="cm"/>
      <inkml:brushProperty name="height" value="0.05292" units="cm"/>
      <inkml:brushProperty name="color" value="#FF0000"/>
    </inkml:brush>
  </inkml:definitions>
  <inkml:trace contextRef="#ctx0" brushRef="#br0">3327 332,'-88'0,"1"0,-89 0,-70 35,70-18,-35-17,-52 0,87 0,35 0,1 0,87 17,-17 1,0-1,17 18,18 17,0 0,17 18,18 16,0-34,35 1,0-1,0 0,36 0,-1 0,53-17,-18 17,54-17,51-18,19 35,-18-17,87-18,-16 35,-36-34,52 34,-122-52,17 0,53 0,18 0,-89 0,19 0,-36-52,-70 52,35-18,-53 1,0-1,-17 1,0-70,-36 35,1 0,-1 0,-17 0,-52-18,-36-16,18 16,-36 18,-17 0,-53 0,-34 17,-89-17,-105 35,105-18,-35 0,141 35,-18-35,71 35,87 0</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01T13:38:09"/>
    </inkml:context>
    <inkml:brush xml:id="br0">
      <inkml:brushProperty name="width" value="0.05292" units="cm"/>
      <inkml:brushProperty name="height" value="0.05292" units="cm"/>
      <inkml:brushProperty name="color" value="#FF0000"/>
    </inkml:brush>
  </inkml:definitions>
  <inkml:trace contextRef="#ctx0" brushRef="#br0">5148 1008,'-70'-17,"-18"-1,0 1,-70 0,17 17,-35 0,18 0,-35 0,17 0,-70 0,53 0,-54 0,-16 52,87-35,-53 18,-34-18,52 0,-35 18,70 34,35-17,36 35,-1-1,71-34,0 35,105-52,-17-18,53 0,17-17,52 35,36-18,123 35,159 0,16-17,19-35,69 0,-192-35,-107-17,-87-17,-123 17,-35 17,-35-51,-18 34,17-18,-17 18,18 0,35-17,52 0,-17 34,70 18,-52 0,-19-1,37 1,-54 0,-53-35,-69 17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891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891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891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891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lnSpc>
                <a:spcPct val="100000"/>
              </a:lnSpc>
              <a:defRPr sz="1200" smtClean="0">
                <a:ea typeface="宋体" panose="02010600030101010101" pitchFamily="2" charset="-122"/>
              </a:defRPr>
            </a:lvl1pPr>
          </a:lstStyle>
          <a:p>
            <a:pPr>
              <a:defRPr/>
            </a:pPr>
            <a:fld id="{CF61B72E-B7E3-4049-90EB-582951CE9D4B}"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t>1</a:t>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E38F04A-84B0-4E5D-A1A7-EE43D6EF2A66}"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lvl="2"/>
            <a:r>
              <a:rPr lang="en-US" altLang="zh-CN" dirty="0">
                <a:sym typeface="+mn-ea"/>
              </a:rPr>
              <a:t>React</a:t>
            </a:r>
            <a:r>
              <a:rPr lang="zh-CN" altLang="en-US" dirty="0">
                <a:sym typeface="+mn-ea"/>
              </a:rPr>
              <a:t>，</a:t>
            </a:r>
            <a:r>
              <a:rPr lang="en-US" altLang="zh-CN" dirty="0">
                <a:sym typeface="+mn-ea"/>
              </a:rPr>
              <a:t>Vue, Vue+ElementUi...</a:t>
            </a:r>
            <a:r>
              <a:rPr lang="zh-CN" altLang="en-US" dirty="0">
                <a:sym typeface="+mn-ea"/>
              </a:rPr>
              <a:t>；</a:t>
            </a:r>
            <a:endParaRPr lang="zh-CN" altLang="en-US" dirty="0"/>
          </a:p>
          <a:p>
            <a:pPr lvl="2"/>
            <a:r>
              <a:rPr lang="en-US" altLang="zh-CN" dirty="0">
                <a:sym typeface="+mn-ea"/>
              </a:rPr>
              <a:t>SSH, SSM</a:t>
            </a:r>
            <a:r>
              <a:rPr lang="zh-CN" altLang="en-US" dirty="0">
                <a:sym typeface="+mn-ea"/>
              </a:rPr>
              <a:t>，</a:t>
            </a:r>
            <a:r>
              <a:rPr lang="en-US" altLang="zh-CN" dirty="0">
                <a:sym typeface="+mn-ea"/>
              </a:rPr>
              <a:t>Django, Flask</a:t>
            </a:r>
            <a:r>
              <a:rPr lang="zh-CN" altLang="en-US" dirty="0">
                <a:sym typeface="+mn-ea"/>
              </a:rPr>
              <a:t>，</a:t>
            </a:r>
            <a:r>
              <a:rPr lang="en-US" altLang="zh-CN" dirty="0">
                <a:sym typeface="+mn-ea"/>
              </a:rPr>
              <a:t>SpringBoot...</a:t>
            </a:r>
            <a:r>
              <a:rPr lang="zh-CN" altLang="en-US" dirty="0">
                <a:sym typeface="+mn-ea"/>
              </a:rPr>
              <a:t>，自定义结构：</a:t>
            </a:r>
            <a:r>
              <a:rPr lang="en-US" altLang="zh-CN" dirty="0">
                <a:sym typeface="+mn-ea"/>
              </a:rPr>
              <a:t>Controller+APP+Persistence layer</a:t>
            </a:r>
            <a:r>
              <a:rPr lang="zh-CN" altLang="en-US" dirty="0">
                <a:sym typeface="+mn-ea"/>
              </a:rPr>
              <a:t>；</a:t>
            </a:r>
            <a:endParaRPr lang="zh-CN" altLang="en-US" dirty="0"/>
          </a:p>
          <a:p>
            <a:pPr lvl="2"/>
            <a:r>
              <a:rPr lang="zh-CN" altLang="en-US" dirty="0">
                <a:sym typeface="+mn-ea"/>
              </a:rPr>
              <a:t>优化结构：</a:t>
            </a:r>
            <a:r>
              <a:rPr lang="en-US" altLang="zh-CN" dirty="0">
                <a:sym typeface="+mn-ea"/>
              </a:rPr>
              <a:t>Gof </a:t>
            </a:r>
            <a:r>
              <a:rPr lang="zh-CN" altLang="en-US" dirty="0">
                <a:sym typeface="+mn-ea"/>
              </a:rPr>
              <a:t>设计模式的引入；局部结构的调整；</a:t>
            </a:r>
            <a:endParaRPr lang="zh-CN" altLang="en-US" dirty="0"/>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2021-5-12 </a:t>
            </a:r>
            <a:r>
              <a:rPr lang="zh-CN" altLang="en-US"/>
              <a:t>周三</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nSpc>
                <a:spcPct val="100000"/>
              </a:lnSpc>
            </a:pPr>
            <a:fld id="{7CBC867F-F2AE-4850-A117-DB4F599E23BC}" type="slidenum">
              <a:rPr lang="en-US" altLang="zh-CN" sz="1200">
                <a:ea typeface="宋体" panose="02010600030101010101" pitchFamily="2" charset="-122"/>
              </a:rPr>
              <a:t>43</a:t>
            </a:fld>
            <a:endParaRPr lang="en-US" altLang="zh-CN" sz="1200">
              <a:ea typeface="宋体" panose="02010600030101010101" pitchFamily="2" charset="-122"/>
            </a:endParaRPr>
          </a:p>
        </p:txBody>
      </p:sp>
      <p:sp>
        <p:nvSpPr>
          <p:cNvPr id="64515" name="Rectangle 2"/>
          <p:cNvSpPr>
            <a:spLocks noGrp="1" noRot="1" noChangeAspect="1" noChangeArrowheads="1" noTextEdit="1"/>
          </p:cNvSpPr>
          <p:nvPr>
            <p:ph type="sldImg"/>
          </p:nvPr>
        </p:nvSpPr>
        <p:spPr>
          <a:xfrm>
            <a:off x="381000" y="685800"/>
            <a:ext cx="6096000" cy="3429000"/>
          </a:xfrm>
        </p:spPr>
      </p:sp>
      <p:sp>
        <p:nvSpPr>
          <p:cNvPr id="645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使得要持久化一个特定的领域对象时能找到相应的负责持久化的对象</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nSpc>
                <a:spcPct val="100000"/>
              </a:lnSpc>
            </a:pPr>
            <a:fld id="{AA0FD1DB-4DA4-4A5D-9150-C85583B730F4}" type="slidenum">
              <a:rPr lang="en-US" altLang="zh-CN" sz="1200">
                <a:ea typeface="宋体" panose="02010600030101010101" pitchFamily="2" charset="-122"/>
              </a:rPr>
              <a:t>44</a:t>
            </a:fld>
            <a:endParaRPr lang="en-US" altLang="zh-CN" sz="1200">
              <a:ea typeface="宋体" panose="02010600030101010101" pitchFamily="2" charset="-122"/>
            </a:endParaRPr>
          </a:p>
        </p:txBody>
      </p:sp>
      <p:sp>
        <p:nvSpPr>
          <p:cNvPr id="66563" name="Rectangle 2"/>
          <p:cNvSpPr>
            <a:spLocks noGrp="1" noRot="1" noChangeAspect="1" noChangeArrowheads="1" noTextEdit="1"/>
          </p:cNvSpPr>
          <p:nvPr>
            <p:ph type="sldImg"/>
          </p:nvPr>
        </p:nvSpPr>
        <p:spPr>
          <a:xfrm>
            <a:off x="381000" y="685800"/>
            <a:ext cx="6096000" cy="3429000"/>
          </a:xfrm>
        </p:spPr>
      </p:sp>
      <p:sp>
        <p:nvSpPr>
          <p:cNvPr id="665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消息中第一个参数</a:t>
            </a:r>
            <a:r>
              <a:rPr lang="en-US" altLang="zh-CN">
                <a:latin typeface="Arial" panose="020B0604020202020204" pitchFamily="34" charset="0"/>
              </a:rPr>
              <a:t>theStudent</a:t>
            </a:r>
            <a:r>
              <a:rPr lang="zh-CN" altLang="en-US">
                <a:latin typeface="Arial" panose="020B0604020202020204" pitchFamily="34" charset="0"/>
              </a:rPr>
              <a:t>是要持久化的</a:t>
            </a:r>
            <a:r>
              <a:rPr lang="en-US" altLang="zh-CN">
                <a:latin typeface="Arial" panose="020B0604020202020204" pitchFamily="34" charset="0"/>
              </a:rPr>
              <a:t>student</a:t>
            </a:r>
            <a:r>
              <a:rPr lang="zh-CN" altLang="en-US">
                <a:latin typeface="Arial" panose="020B0604020202020204" pitchFamily="34" charset="0"/>
              </a:rPr>
              <a:t>对象的引用，第二个参数</a:t>
            </a:r>
            <a:r>
              <a:rPr lang="en-US" altLang="zh-CN">
                <a:latin typeface="Arial" panose="020B0604020202020204" pitchFamily="34" charset="0"/>
              </a:rPr>
              <a:t>Student</a:t>
            </a:r>
            <a:r>
              <a:rPr lang="zh-CN" altLang="en-US">
                <a:latin typeface="Arial" panose="020B0604020202020204" pitchFamily="34" charset="0"/>
              </a:rPr>
              <a:t>是要持久化的领域对象所属的类名。</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7" name="日期占位符 6"/>
          <p:cNvSpPr>
            <a:spLocks noGrp="1"/>
          </p:cNvSpPr>
          <p:nvPr>
            <p:ph type="dt" sz="half" idx="10"/>
          </p:nvPr>
        </p:nvSpPr>
        <p:spPr/>
        <p:txBody>
          <a:bodyPr/>
          <a:lstStyle>
            <a:lvl1pPr>
              <a:defRPr>
                <a:solidFill>
                  <a:schemeClr val="bg1"/>
                </a:solidFill>
              </a:defRPr>
            </a:lvl1pPr>
          </a:lstStyle>
          <a:p>
            <a:fld id="{AC62591F-6FFF-4BB0-BB2E-BB50E3D2DBD3}" type="datetime1">
              <a:rPr lang="zh-CN" altLang="en-US" smtClean="0"/>
              <a:t>2025/1/4</a:t>
            </a:fld>
            <a:endParaRPr lang="zh-CN" altLang="en-US" dirty="0"/>
          </a:p>
        </p:txBody>
      </p:sp>
      <p:sp>
        <p:nvSpPr>
          <p:cNvPr id="8" name="页脚占位符 7"/>
          <p:cNvSpPr>
            <a:spLocks noGrp="1"/>
          </p:cNvSpPr>
          <p:nvPr>
            <p:ph type="ftr" sz="quarter" idx="11"/>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sz="1200">
                <a:solidFill>
                  <a:schemeClr val="bg1"/>
                </a:solidFill>
              </a:defRPr>
            </a:lvl1pPr>
          </a:lstStyle>
          <a:p>
            <a:pPr>
              <a:defRPr/>
            </a:pPr>
            <a:r>
              <a:rPr lang="en-GB" altLang="en-US" dirty="0"/>
              <a:t>©2015-2020 Data Science &amp; Service </a:t>
            </a:r>
            <a:r>
              <a:rPr lang="en-GB" altLang="en-US" dirty="0" err="1"/>
              <a:t>Center</a:t>
            </a:r>
            <a:endParaRPr lang="en-US" altLang="zh-CN" dirty="0"/>
          </a:p>
        </p:txBody>
      </p:sp>
      <p:sp>
        <p:nvSpPr>
          <p:cNvPr id="9" name="灯片编号占位符 8"/>
          <p:cNvSpPr>
            <a:spLocks noGrp="1"/>
          </p:cNvSpPr>
          <p:nvPr>
            <p:ph type="sldNum" sz="quarter" idx="12"/>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a:solidFill>
                  <a:schemeClr val="bg1"/>
                </a:solidFill>
              </a:defRPr>
            </a:lvl1pPr>
          </a:lstStyle>
          <a:p>
            <a:fld id="{65C61107-C9B8-45B5-BD23-C8A00455B7E2}" type="slidenum">
              <a:rPr lang="zh-CN" altLang="en-US" smtClean="0"/>
              <a:t>‹#›</a:t>
            </a:fld>
            <a:endParaRPr lang="zh-CN" altLang="en-US" dirty="0"/>
          </a:p>
        </p:txBody>
      </p:sp>
      <p:sp>
        <p:nvSpPr>
          <p:cNvPr id="11" name="标题 10"/>
          <p:cNvSpPr>
            <a:spLocks noGrp="1"/>
          </p:cNvSpPr>
          <p:nvPr>
            <p:ph type="title"/>
          </p:nvPr>
        </p:nvSpPr>
        <p:spPr/>
        <p:txBody>
          <a:bodyPr/>
          <a:lstStyle/>
          <a:p>
            <a:r>
              <a:rPr lang="zh-CN" altLang="en-US"/>
              <a:t>单击此处编辑母版标题样式</a:t>
            </a:r>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flip="none" rotWithShape="1">
          <a:gsLst>
            <a:gs pos="0">
              <a:schemeClr val="bg2">
                <a:lumMod val="90000"/>
              </a:schemeClr>
            </a:gs>
            <a:gs pos="1000">
              <a:schemeClr val="bg1">
                <a:lumMod val="85000"/>
              </a:schemeClr>
            </a:gs>
            <a:gs pos="0">
              <a:schemeClr val="bg2">
                <a:lumMod val="90000"/>
              </a:schemeClr>
            </a:gs>
          </a:gsLst>
          <a:lin ang="54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019173" y="180462"/>
            <a:ext cx="10909472" cy="645258"/>
          </a:xfrm>
        </p:spPr>
        <p:txBody>
          <a:bodyPr>
            <a:normAutofit/>
          </a:bodyPr>
          <a:lstStyle>
            <a:lvl1pPr algn="r">
              <a:defRPr sz="3200" b="1" baseline="0">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35361" y="1196123"/>
            <a:ext cx="11593284" cy="4980840"/>
          </a:xfrm>
        </p:spPr>
        <p:txBody>
          <a:bodyPr/>
          <a:lstStyle>
            <a:lvl1pPr>
              <a:lnSpc>
                <a:spcPct val="100000"/>
              </a:lnSpc>
              <a:spcAft>
                <a:spcPts val="450"/>
              </a:spcAft>
              <a:defRPr sz="2400" baseline="0">
                <a:solidFill>
                  <a:schemeClr val="tx1"/>
                </a:solidFill>
                <a:latin typeface="微软雅黑" panose="020B0503020204020204" pitchFamily="34" charset="-122"/>
                <a:ea typeface="微软雅黑" panose="020B0503020204020204" pitchFamily="34" charset="-122"/>
              </a:defRPr>
            </a:lvl1pPr>
            <a:lvl2pPr>
              <a:lnSpc>
                <a:spcPct val="100000"/>
              </a:lnSpc>
              <a:spcAft>
                <a:spcPts val="450"/>
              </a:spcAft>
              <a:defRPr sz="2200" baseline="0">
                <a:solidFill>
                  <a:schemeClr val="tx1"/>
                </a:solidFill>
                <a:latin typeface="微软雅黑" panose="020B0503020204020204" pitchFamily="34" charset="-122"/>
                <a:ea typeface="微软雅黑" panose="020B0503020204020204" pitchFamily="34" charset="-122"/>
              </a:defRPr>
            </a:lvl2pPr>
            <a:lvl3pPr>
              <a:lnSpc>
                <a:spcPct val="100000"/>
              </a:lnSpc>
              <a:spcAft>
                <a:spcPts val="450"/>
              </a:spcAft>
              <a:defRPr sz="1800" baseline="0">
                <a:solidFill>
                  <a:schemeClr val="tx1"/>
                </a:solidFill>
                <a:latin typeface="微软雅黑" panose="020B0503020204020204" pitchFamily="34" charset="-122"/>
                <a:ea typeface="微软雅黑" panose="020B0503020204020204" pitchFamily="34" charset="-122"/>
              </a:defRPr>
            </a:lvl3pPr>
          </a:lstStyle>
          <a:p>
            <a:pPr lvl="0"/>
            <a:r>
              <a:rPr lang="zh-CN" altLang="en-US" dirty="0"/>
              <a:t>单击此处编辑母版文本样式</a:t>
            </a:r>
          </a:p>
          <a:p>
            <a:pPr lvl="1"/>
            <a:r>
              <a:rPr lang="zh-CN" altLang="en-US" dirty="0"/>
              <a:t>第二级</a:t>
            </a:r>
          </a:p>
          <a:p>
            <a:pPr lvl="2"/>
            <a:r>
              <a:rPr lang="zh-CN" altLang="en-US" dirty="0"/>
              <a:t>第三级</a:t>
            </a:r>
          </a:p>
        </p:txBody>
      </p:sp>
      <p:sp>
        <p:nvSpPr>
          <p:cNvPr id="4" name="日期占位符 3"/>
          <p:cNvSpPr>
            <a:spLocks noGrp="1"/>
          </p:cNvSpPr>
          <p:nvPr>
            <p:ph type="dt" sz="half" idx="10"/>
          </p:nvPr>
        </p:nvSpPr>
        <p:spPr>
          <a:xfrm>
            <a:off x="1019175" y="6356351"/>
            <a:ext cx="2743200" cy="365125"/>
          </a:xfrm>
        </p:spPr>
        <p:style>
          <a:lnRef idx="1">
            <a:schemeClr val="dk1"/>
          </a:lnRef>
          <a:fillRef idx="3">
            <a:schemeClr val="dk1"/>
          </a:fillRef>
          <a:effectRef idx="2">
            <a:schemeClr val="dk1"/>
          </a:effectRef>
          <a:fontRef idx="none"/>
        </p:style>
        <p:txBody>
          <a:bodyPr/>
          <a:lstStyle>
            <a:lvl1pPr>
              <a:defRPr>
                <a:ln>
                  <a:solidFill>
                    <a:schemeClr val="bg1"/>
                  </a:solidFill>
                </a:ln>
              </a:defRPr>
            </a:lvl1p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a:xfrm>
            <a:off x="4129087" y="6356351"/>
            <a:ext cx="4114800" cy="365125"/>
          </a:xfrm>
        </p:spPr>
        <p:style>
          <a:lnRef idx="1">
            <a:schemeClr val="dk1"/>
          </a:lnRef>
          <a:fillRef idx="3">
            <a:schemeClr val="dk1"/>
          </a:fillRef>
          <a:effectRef idx="2">
            <a:schemeClr val="dk1"/>
          </a:effectRef>
          <a:fontRef idx="none"/>
        </p:style>
        <p:txBody>
          <a:bodyPr/>
          <a:lstStyle>
            <a:lvl1pPr>
              <a:defRPr sz="1200">
                <a:solidFill>
                  <a:schemeClr val="bg1"/>
                </a:solidFill>
              </a:defRPr>
            </a:lvl1pPr>
          </a:lstStyle>
          <a:p>
            <a:r>
              <a:rPr lang="en-US" altLang="zh-CN" dirty="0"/>
              <a:t>©2015-2020 Data Science &amp; Service Center</a:t>
            </a:r>
            <a:endParaRPr lang="zh-CN" altLang="en-US" dirty="0"/>
          </a:p>
        </p:txBody>
      </p:sp>
      <p:sp>
        <p:nvSpPr>
          <p:cNvPr id="6" name="灯片编号占位符 5"/>
          <p:cNvSpPr>
            <a:spLocks noGrp="1"/>
          </p:cNvSpPr>
          <p:nvPr>
            <p:ph type="sldNum" sz="quarter" idx="12"/>
          </p:nvPr>
        </p:nvSpPr>
        <p:spPr/>
        <p:style>
          <a:lnRef idx="1">
            <a:schemeClr val="dk1"/>
          </a:lnRef>
          <a:fillRef idx="3">
            <a:schemeClr val="dk1"/>
          </a:fillRef>
          <a:effectRef idx="2">
            <a:schemeClr val="dk1"/>
          </a:effectRef>
          <a:fontRef idx="none"/>
        </p:style>
        <p:txBody>
          <a:bodyPr/>
          <a:lstStyle>
            <a:lvl1pPr>
              <a:defRPr>
                <a:solidFill>
                  <a:schemeClr val="bg1"/>
                </a:solidFill>
              </a:defRPr>
            </a:lvl1pPr>
          </a:lstStyle>
          <a:p>
            <a:fld id="{65C61107-C9B8-45B5-BD23-C8A00455B7E2}" type="slidenum">
              <a:rPr lang="zh-CN" altLang="en-US" smtClean="0"/>
              <a:t>‹#›</a:t>
            </a:fld>
            <a:endParaRPr lang="zh-CN" altLang="en-US" dirty="0"/>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536779" cy="716317"/>
          </a:xfrm>
          <a:prstGeom prst="rect">
            <a:avLst/>
          </a:prstGeom>
        </p:spPr>
      </p:pic>
    </p:spTree>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83" name="Freeform 3"/>
          <p:cNvSpPr/>
          <p:nvPr/>
        </p:nvSpPr>
        <p:spPr bwMode="auto">
          <a:xfrm>
            <a:off x="6044356" y="4993876"/>
            <a:ext cx="401236" cy="413367"/>
          </a:xfrm>
          <a:custGeom>
            <a:avLst/>
            <a:gdLst>
              <a:gd name="T0" fmla="*/ 202 w 202"/>
              <a:gd name="T1" fmla="*/ 208 h 208"/>
              <a:gd name="T2" fmla="*/ 0 w 202"/>
              <a:gd name="T3" fmla="*/ 208 h 208"/>
              <a:gd name="T4" fmla="*/ 0 w 202"/>
              <a:gd name="T5" fmla="*/ 0 h 208"/>
              <a:gd name="T6" fmla="*/ 202 w 202"/>
              <a:gd name="T7" fmla="*/ 0 h 208"/>
              <a:gd name="T8" fmla="*/ 160 w 202"/>
              <a:gd name="T9" fmla="*/ 102 h 208"/>
              <a:gd name="T10" fmla="*/ 202 w 202"/>
              <a:gd name="T11" fmla="*/ 208 h 208"/>
            </a:gdLst>
            <a:ahLst/>
            <a:cxnLst>
              <a:cxn ang="0">
                <a:pos x="T0" y="T1"/>
              </a:cxn>
              <a:cxn ang="0">
                <a:pos x="T2" y="T3"/>
              </a:cxn>
              <a:cxn ang="0">
                <a:pos x="T4" y="T5"/>
              </a:cxn>
              <a:cxn ang="0">
                <a:pos x="T6" y="T7"/>
              </a:cxn>
              <a:cxn ang="0">
                <a:pos x="T8" y="T9"/>
              </a:cxn>
              <a:cxn ang="0">
                <a:pos x="T10" y="T11"/>
              </a:cxn>
            </a:cxnLst>
            <a:rect l="0" t="0" r="r" b="b"/>
            <a:pathLst>
              <a:path w="202" h="208">
                <a:moveTo>
                  <a:pt x="202" y="208"/>
                </a:moveTo>
                <a:lnTo>
                  <a:pt x="0" y="208"/>
                </a:lnTo>
                <a:lnTo>
                  <a:pt x="0" y="0"/>
                </a:lnTo>
                <a:lnTo>
                  <a:pt x="202" y="0"/>
                </a:lnTo>
                <a:lnTo>
                  <a:pt x="160" y="102"/>
                </a:lnTo>
                <a:lnTo>
                  <a:pt x="202" y="208"/>
                </a:lnTo>
                <a:close/>
              </a:path>
            </a:pathLst>
          </a:custGeom>
          <a:solidFill>
            <a:schemeClr val="accent5">
              <a:lumMod val="75000"/>
            </a:schemeClr>
          </a:solidFill>
          <a:ln>
            <a:noFill/>
          </a:ln>
        </p:spPr>
        <p:txBody>
          <a:bodyPr wrap="square">
            <a:normAutofit/>
          </a:bodyPr>
          <a:lstStyle/>
          <a:p>
            <a:endParaRPr lang="zh-CN" altLang="en-US" sz="1800"/>
          </a:p>
        </p:txBody>
      </p:sp>
      <p:sp>
        <p:nvSpPr>
          <p:cNvPr id="84" name="Rectangle 4"/>
          <p:cNvSpPr>
            <a:spLocks noChangeArrowheads="1"/>
          </p:cNvSpPr>
          <p:nvPr/>
        </p:nvSpPr>
        <p:spPr bwMode="auto">
          <a:xfrm>
            <a:off x="5734491" y="4906433"/>
            <a:ext cx="436989" cy="421316"/>
          </a:xfrm>
          <a:prstGeom prst="rect">
            <a:avLst/>
          </a:prstGeom>
          <a:solidFill>
            <a:schemeClr val="accent5"/>
          </a:solidFill>
          <a:ln>
            <a:noFill/>
          </a:ln>
        </p:spPr>
        <p:txBody>
          <a:bodyPr wrap="square">
            <a:normAutofit/>
          </a:bodyPr>
          <a:lstStyle/>
          <a:p>
            <a:endParaRPr lang="zh-CN" altLang="en-US" sz="1800"/>
          </a:p>
        </p:txBody>
      </p:sp>
      <p:sp>
        <p:nvSpPr>
          <p:cNvPr id="85" name="Freeform 5"/>
          <p:cNvSpPr/>
          <p:nvPr/>
        </p:nvSpPr>
        <p:spPr bwMode="auto">
          <a:xfrm>
            <a:off x="6044356" y="5327749"/>
            <a:ext cx="127124" cy="79494"/>
          </a:xfrm>
          <a:custGeom>
            <a:avLst/>
            <a:gdLst>
              <a:gd name="T0" fmla="*/ 64 w 64"/>
              <a:gd name="T1" fmla="*/ 0 h 40"/>
              <a:gd name="T2" fmla="*/ 0 w 64"/>
              <a:gd name="T3" fmla="*/ 40 h 40"/>
              <a:gd name="T4" fmla="*/ 0 w 64"/>
              <a:gd name="T5" fmla="*/ 0 h 40"/>
              <a:gd name="T6" fmla="*/ 64 w 64"/>
              <a:gd name="T7" fmla="*/ 0 h 40"/>
            </a:gdLst>
            <a:ahLst/>
            <a:cxnLst>
              <a:cxn ang="0">
                <a:pos x="T0" y="T1"/>
              </a:cxn>
              <a:cxn ang="0">
                <a:pos x="T2" y="T3"/>
              </a:cxn>
              <a:cxn ang="0">
                <a:pos x="T4" y="T5"/>
              </a:cxn>
              <a:cxn ang="0">
                <a:pos x="T6" y="T7"/>
              </a:cxn>
            </a:cxnLst>
            <a:rect l="0" t="0" r="r" b="b"/>
            <a:pathLst>
              <a:path w="64" h="40">
                <a:moveTo>
                  <a:pt x="64" y="0"/>
                </a:moveTo>
                <a:lnTo>
                  <a:pt x="0" y="40"/>
                </a:lnTo>
                <a:lnTo>
                  <a:pt x="0" y="0"/>
                </a:lnTo>
                <a:lnTo>
                  <a:pt x="64" y="0"/>
                </a:lnTo>
                <a:close/>
              </a:path>
            </a:pathLst>
          </a:custGeom>
          <a:solidFill>
            <a:schemeClr val="accent5">
              <a:lumMod val="50000"/>
            </a:schemeClr>
          </a:solidFill>
          <a:ln>
            <a:noFill/>
          </a:ln>
        </p:spPr>
        <p:txBody>
          <a:bodyPr wrap="square">
            <a:normAutofit fontScale="25000" lnSpcReduction="20000"/>
          </a:bodyPr>
          <a:lstStyle/>
          <a:p>
            <a:endParaRPr lang="zh-CN" altLang="en-US" sz="1800"/>
          </a:p>
        </p:txBody>
      </p:sp>
      <p:sp>
        <p:nvSpPr>
          <p:cNvPr id="86" name="Rectangle 6"/>
          <p:cNvSpPr>
            <a:spLocks noChangeArrowheads="1"/>
          </p:cNvSpPr>
          <p:nvPr/>
        </p:nvSpPr>
        <p:spPr bwMode="auto">
          <a:xfrm>
            <a:off x="5686819" y="4906433"/>
            <a:ext cx="51644" cy="1083100"/>
          </a:xfrm>
          <a:prstGeom prst="rect">
            <a:avLst/>
          </a:prstGeom>
          <a:solidFill>
            <a:schemeClr val="accent4">
              <a:lumMod val="40000"/>
              <a:lumOff val="60000"/>
            </a:schemeClr>
          </a:solidFill>
          <a:ln>
            <a:noFill/>
          </a:ln>
        </p:spPr>
        <p:txBody>
          <a:bodyPr wrap="square">
            <a:normAutofit/>
          </a:bodyPr>
          <a:lstStyle/>
          <a:p>
            <a:endParaRPr lang="zh-CN" altLang="en-US" sz="1800"/>
          </a:p>
        </p:txBody>
      </p:sp>
      <p:sp>
        <p:nvSpPr>
          <p:cNvPr id="87" name="Freeform 7"/>
          <p:cNvSpPr/>
          <p:nvPr/>
        </p:nvSpPr>
        <p:spPr bwMode="auto">
          <a:xfrm>
            <a:off x="3174131" y="6323406"/>
            <a:ext cx="798499" cy="534594"/>
          </a:xfrm>
          <a:custGeom>
            <a:avLst/>
            <a:gdLst>
              <a:gd name="T0" fmla="*/ 0 w 402"/>
              <a:gd name="T1" fmla="*/ 269 h 269"/>
              <a:gd name="T2" fmla="*/ 280 w 402"/>
              <a:gd name="T3" fmla="*/ 0 h 269"/>
              <a:gd name="T4" fmla="*/ 402 w 402"/>
              <a:gd name="T5" fmla="*/ 269 h 269"/>
              <a:gd name="T6" fmla="*/ 0 w 402"/>
              <a:gd name="T7" fmla="*/ 269 h 269"/>
            </a:gdLst>
            <a:ahLst/>
            <a:cxnLst>
              <a:cxn ang="0">
                <a:pos x="T0" y="T1"/>
              </a:cxn>
              <a:cxn ang="0">
                <a:pos x="T2" y="T3"/>
              </a:cxn>
              <a:cxn ang="0">
                <a:pos x="T4" y="T5"/>
              </a:cxn>
              <a:cxn ang="0">
                <a:pos x="T6" y="T7"/>
              </a:cxn>
            </a:cxnLst>
            <a:rect l="0" t="0" r="r" b="b"/>
            <a:pathLst>
              <a:path w="402" h="269">
                <a:moveTo>
                  <a:pt x="0" y="269"/>
                </a:moveTo>
                <a:lnTo>
                  <a:pt x="280" y="0"/>
                </a:lnTo>
                <a:lnTo>
                  <a:pt x="402" y="269"/>
                </a:lnTo>
                <a:lnTo>
                  <a:pt x="0" y="269"/>
                </a:lnTo>
                <a:close/>
              </a:path>
            </a:pathLst>
          </a:custGeom>
          <a:solidFill>
            <a:schemeClr val="tx1">
              <a:lumMod val="75000"/>
            </a:schemeClr>
          </a:solidFill>
          <a:ln>
            <a:noFill/>
          </a:ln>
        </p:spPr>
        <p:txBody>
          <a:bodyPr wrap="square">
            <a:normAutofit/>
          </a:bodyPr>
          <a:lstStyle/>
          <a:p>
            <a:endParaRPr lang="zh-CN" altLang="en-US" sz="1800"/>
          </a:p>
        </p:txBody>
      </p:sp>
      <p:sp>
        <p:nvSpPr>
          <p:cNvPr id="88" name="Freeform 8"/>
          <p:cNvSpPr/>
          <p:nvPr/>
        </p:nvSpPr>
        <p:spPr bwMode="auto">
          <a:xfrm>
            <a:off x="2758991" y="6208140"/>
            <a:ext cx="740895" cy="649860"/>
          </a:xfrm>
          <a:custGeom>
            <a:avLst/>
            <a:gdLst>
              <a:gd name="T0" fmla="*/ 24 w 373"/>
              <a:gd name="T1" fmla="*/ 279 h 327"/>
              <a:gd name="T2" fmla="*/ 265 w 373"/>
              <a:gd name="T3" fmla="*/ 0 h 327"/>
              <a:gd name="T4" fmla="*/ 373 w 373"/>
              <a:gd name="T5" fmla="*/ 327 h 327"/>
              <a:gd name="T6" fmla="*/ 0 w 373"/>
              <a:gd name="T7" fmla="*/ 327 h 327"/>
              <a:gd name="T8" fmla="*/ 24 w 373"/>
              <a:gd name="T9" fmla="*/ 279 h 327"/>
            </a:gdLst>
            <a:ahLst/>
            <a:cxnLst>
              <a:cxn ang="0">
                <a:pos x="T0" y="T1"/>
              </a:cxn>
              <a:cxn ang="0">
                <a:pos x="T2" y="T3"/>
              </a:cxn>
              <a:cxn ang="0">
                <a:pos x="T4" y="T5"/>
              </a:cxn>
              <a:cxn ang="0">
                <a:pos x="T6" y="T7"/>
              </a:cxn>
              <a:cxn ang="0">
                <a:pos x="T8" y="T9"/>
              </a:cxn>
            </a:cxnLst>
            <a:rect l="0" t="0" r="r" b="b"/>
            <a:pathLst>
              <a:path w="373" h="327">
                <a:moveTo>
                  <a:pt x="24" y="279"/>
                </a:moveTo>
                <a:lnTo>
                  <a:pt x="265" y="0"/>
                </a:lnTo>
                <a:lnTo>
                  <a:pt x="373" y="327"/>
                </a:lnTo>
                <a:lnTo>
                  <a:pt x="0" y="327"/>
                </a:lnTo>
                <a:lnTo>
                  <a:pt x="24" y="279"/>
                </a:lnTo>
                <a:close/>
              </a:path>
            </a:pathLst>
          </a:custGeom>
          <a:solidFill>
            <a:schemeClr val="tx1">
              <a:lumMod val="75000"/>
            </a:schemeClr>
          </a:solidFill>
          <a:ln>
            <a:noFill/>
          </a:ln>
        </p:spPr>
        <p:txBody>
          <a:bodyPr wrap="square">
            <a:normAutofit/>
          </a:bodyPr>
          <a:lstStyle/>
          <a:p>
            <a:endParaRPr lang="zh-CN" altLang="en-US" sz="1800"/>
          </a:p>
        </p:txBody>
      </p:sp>
      <p:sp>
        <p:nvSpPr>
          <p:cNvPr id="89" name="Freeform 9"/>
          <p:cNvSpPr/>
          <p:nvPr/>
        </p:nvSpPr>
        <p:spPr bwMode="auto">
          <a:xfrm>
            <a:off x="3285365" y="6208140"/>
            <a:ext cx="504524" cy="649860"/>
          </a:xfrm>
          <a:custGeom>
            <a:avLst/>
            <a:gdLst>
              <a:gd name="T0" fmla="*/ 0 w 254"/>
              <a:gd name="T1" fmla="*/ 0 h 327"/>
              <a:gd name="T2" fmla="*/ 254 w 254"/>
              <a:gd name="T3" fmla="*/ 327 h 327"/>
              <a:gd name="T4" fmla="*/ 108 w 254"/>
              <a:gd name="T5" fmla="*/ 327 h 327"/>
              <a:gd name="T6" fmla="*/ 0 w 254"/>
              <a:gd name="T7" fmla="*/ 0 h 327"/>
            </a:gdLst>
            <a:ahLst/>
            <a:cxnLst>
              <a:cxn ang="0">
                <a:pos x="T0" y="T1"/>
              </a:cxn>
              <a:cxn ang="0">
                <a:pos x="T2" y="T3"/>
              </a:cxn>
              <a:cxn ang="0">
                <a:pos x="T4" y="T5"/>
              </a:cxn>
              <a:cxn ang="0">
                <a:pos x="T6" y="T7"/>
              </a:cxn>
            </a:cxnLst>
            <a:rect l="0" t="0" r="r" b="b"/>
            <a:pathLst>
              <a:path w="254" h="327">
                <a:moveTo>
                  <a:pt x="0" y="0"/>
                </a:moveTo>
                <a:lnTo>
                  <a:pt x="254" y="327"/>
                </a:lnTo>
                <a:lnTo>
                  <a:pt x="108" y="327"/>
                </a:lnTo>
                <a:lnTo>
                  <a:pt x="0" y="0"/>
                </a:lnTo>
                <a:close/>
              </a:path>
            </a:pathLst>
          </a:custGeom>
          <a:solidFill>
            <a:schemeClr val="accent1"/>
          </a:solidFill>
          <a:ln>
            <a:noFill/>
          </a:ln>
        </p:spPr>
        <p:txBody>
          <a:bodyPr wrap="square">
            <a:normAutofit/>
          </a:bodyPr>
          <a:lstStyle/>
          <a:p>
            <a:endParaRPr lang="zh-CN" altLang="en-US" sz="1800"/>
          </a:p>
        </p:txBody>
      </p:sp>
      <p:sp>
        <p:nvSpPr>
          <p:cNvPr id="90" name="Freeform 10"/>
          <p:cNvSpPr/>
          <p:nvPr/>
        </p:nvSpPr>
        <p:spPr bwMode="auto">
          <a:xfrm>
            <a:off x="0" y="6315456"/>
            <a:ext cx="2758991" cy="542544"/>
          </a:xfrm>
          <a:custGeom>
            <a:avLst/>
            <a:gdLst>
              <a:gd name="T0" fmla="*/ 1303 w 1389"/>
              <a:gd name="T1" fmla="*/ 227 h 273"/>
              <a:gd name="T2" fmla="*/ 1343 w 1389"/>
              <a:gd name="T3" fmla="*/ 171 h 273"/>
              <a:gd name="T4" fmla="*/ 1309 w 1389"/>
              <a:gd name="T5" fmla="*/ 109 h 273"/>
              <a:gd name="T6" fmla="*/ 569 w 1389"/>
              <a:gd name="T7" fmla="*/ 209 h 273"/>
              <a:gd name="T8" fmla="*/ 376 w 1389"/>
              <a:gd name="T9" fmla="*/ 0 h 273"/>
              <a:gd name="T10" fmla="*/ 0 w 1389"/>
              <a:gd name="T11" fmla="*/ 189 h 273"/>
              <a:gd name="T12" fmla="*/ 0 w 1389"/>
              <a:gd name="T13" fmla="*/ 273 h 273"/>
              <a:gd name="T14" fmla="*/ 1339 w 1389"/>
              <a:gd name="T15" fmla="*/ 273 h 273"/>
              <a:gd name="T16" fmla="*/ 1389 w 1389"/>
              <a:gd name="T17" fmla="*/ 237 h 273"/>
              <a:gd name="T18" fmla="*/ 1303 w 1389"/>
              <a:gd name="T19" fmla="*/ 227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89" h="273">
                <a:moveTo>
                  <a:pt x="1303" y="227"/>
                </a:moveTo>
                <a:lnTo>
                  <a:pt x="1343" y="171"/>
                </a:lnTo>
                <a:lnTo>
                  <a:pt x="1309" y="109"/>
                </a:lnTo>
                <a:lnTo>
                  <a:pt x="569" y="209"/>
                </a:lnTo>
                <a:lnTo>
                  <a:pt x="376" y="0"/>
                </a:lnTo>
                <a:lnTo>
                  <a:pt x="0" y="189"/>
                </a:lnTo>
                <a:lnTo>
                  <a:pt x="0" y="273"/>
                </a:lnTo>
                <a:lnTo>
                  <a:pt x="1339" y="273"/>
                </a:lnTo>
                <a:lnTo>
                  <a:pt x="1389" y="237"/>
                </a:lnTo>
                <a:lnTo>
                  <a:pt x="1303" y="227"/>
                </a:lnTo>
                <a:close/>
              </a:path>
            </a:pathLst>
          </a:custGeom>
          <a:solidFill>
            <a:schemeClr val="tx1">
              <a:lumMod val="75000"/>
            </a:schemeClr>
          </a:solidFill>
          <a:ln>
            <a:noFill/>
          </a:ln>
        </p:spPr>
        <p:txBody>
          <a:bodyPr wrap="square">
            <a:normAutofit/>
          </a:bodyPr>
          <a:lstStyle/>
          <a:p>
            <a:endParaRPr lang="zh-CN" altLang="en-US" sz="1800"/>
          </a:p>
        </p:txBody>
      </p:sp>
      <p:sp>
        <p:nvSpPr>
          <p:cNvPr id="91" name="Freeform 11"/>
          <p:cNvSpPr/>
          <p:nvPr/>
        </p:nvSpPr>
        <p:spPr bwMode="auto">
          <a:xfrm>
            <a:off x="2588168" y="6532076"/>
            <a:ext cx="484661" cy="325924"/>
          </a:xfrm>
          <a:custGeom>
            <a:avLst/>
            <a:gdLst>
              <a:gd name="T0" fmla="*/ 162 w 244"/>
              <a:gd name="T1" fmla="*/ 100 h 164"/>
              <a:gd name="T2" fmla="*/ 106 w 244"/>
              <a:gd name="T3" fmla="*/ 88 h 164"/>
              <a:gd name="T4" fmla="*/ 6 w 244"/>
              <a:gd name="T5" fmla="*/ 0 h 164"/>
              <a:gd name="T6" fmla="*/ 40 w 244"/>
              <a:gd name="T7" fmla="*/ 62 h 164"/>
              <a:gd name="T8" fmla="*/ 0 w 244"/>
              <a:gd name="T9" fmla="*/ 118 h 164"/>
              <a:gd name="T10" fmla="*/ 86 w 244"/>
              <a:gd name="T11" fmla="*/ 128 h 164"/>
              <a:gd name="T12" fmla="*/ 36 w 244"/>
              <a:gd name="T13" fmla="*/ 164 h 164"/>
              <a:gd name="T14" fmla="*/ 244 w 244"/>
              <a:gd name="T15" fmla="*/ 164 h 164"/>
              <a:gd name="T16" fmla="*/ 162 w 244"/>
              <a:gd name="T17" fmla="*/ 10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4" h="164">
                <a:moveTo>
                  <a:pt x="162" y="100"/>
                </a:moveTo>
                <a:lnTo>
                  <a:pt x="106" y="88"/>
                </a:lnTo>
                <a:lnTo>
                  <a:pt x="6" y="0"/>
                </a:lnTo>
                <a:lnTo>
                  <a:pt x="40" y="62"/>
                </a:lnTo>
                <a:lnTo>
                  <a:pt x="0" y="118"/>
                </a:lnTo>
                <a:lnTo>
                  <a:pt x="86" y="128"/>
                </a:lnTo>
                <a:lnTo>
                  <a:pt x="36" y="164"/>
                </a:lnTo>
                <a:lnTo>
                  <a:pt x="244" y="164"/>
                </a:lnTo>
                <a:lnTo>
                  <a:pt x="162" y="100"/>
                </a:lnTo>
                <a:close/>
              </a:path>
            </a:pathLst>
          </a:custGeom>
          <a:solidFill>
            <a:schemeClr val="accent1"/>
          </a:solidFill>
          <a:ln>
            <a:noFill/>
          </a:ln>
        </p:spPr>
        <p:txBody>
          <a:bodyPr wrap="square">
            <a:normAutofit fontScale="92500" lnSpcReduction="10000"/>
          </a:bodyPr>
          <a:lstStyle/>
          <a:p>
            <a:endParaRPr lang="zh-CN" altLang="en-US" sz="1800"/>
          </a:p>
        </p:txBody>
      </p:sp>
      <p:sp>
        <p:nvSpPr>
          <p:cNvPr id="92" name="Freeform 12"/>
          <p:cNvSpPr/>
          <p:nvPr/>
        </p:nvSpPr>
        <p:spPr bwMode="auto">
          <a:xfrm>
            <a:off x="3730299" y="6323406"/>
            <a:ext cx="552196" cy="534594"/>
          </a:xfrm>
          <a:custGeom>
            <a:avLst/>
            <a:gdLst>
              <a:gd name="T0" fmla="*/ 0 w 278"/>
              <a:gd name="T1" fmla="*/ 0 h 269"/>
              <a:gd name="T2" fmla="*/ 150 w 278"/>
              <a:gd name="T3" fmla="*/ 201 h 269"/>
              <a:gd name="T4" fmla="*/ 192 w 278"/>
              <a:gd name="T5" fmla="*/ 175 h 269"/>
              <a:gd name="T6" fmla="*/ 278 w 278"/>
              <a:gd name="T7" fmla="*/ 269 h 269"/>
              <a:gd name="T8" fmla="*/ 122 w 278"/>
              <a:gd name="T9" fmla="*/ 269 h 269"/>
              <a:gd name="T10" fmla="*/ 0 w 278"/>
              <a:gd name="T11" fmla="*/ 0 h 269"/>
            </a:gdLst>
            <a:ahLst/>
            <a:cxnLst>
              <a:cxn ang="0">
                <a:pos x="T0" y="T1"/>
              </a:cxn>
              <a:cxn ang="0">
                <a:pos x="T2" y="T3"/>
              </a:cxn>
              <a:cxn ang="0">
                <a:pos x="T4" y="T5"/>
              </a:cxn>
              <a:cxn ang="0">
                <a:pos x="T6" y="T7"/>
              </a:cxn>
              <a:cxn ang="0">
                <a:pos x="T8" y="T9"/>
              </a:cxn>
              <a:cxn ang="0">
                <a:pos x="T10" y="T11"/>
              </a:cxn>
            </a:cxnLst>
            <a:rect l="0" t="0" r="r" b="b"/>
            <a:pathLst>
              <a:path w="278" h="269">
                <a:moveTo>
                  <a:pt x="0" y="0"/>
                </a:moveTo>
                <a:lnTo>
                  <a:pt x="150" y="201"/>
                </a:lnTo>
                <a:lnTo>
                  <a:pt x="192" y="175"/>
                </a:lnTo>
                <a:lnTo>
                  <a:pt x="278" y="269"/>
                </a:lnTo>
                <a:lnTo>
                  <a:pt x="122" y="269"/>
                </a:lnTo>
                <a:lnTo>
                  <a:pt x="0" y="0"/>
                </a:lnTo>
                <a:close/>
              </a:path>
            </a:pathLst>
          </a:custGeom>
          <a:solidFill>
            <a:schemeClr val="accent1"/>
          </a:solidFill>
          <a:ln>
            <a:noFill/>
          </a:ln>
        </p:spPr>
        <p:txBody>
          <a:bodyPr wrap="square">
            <a:normAutofit/>
          </a:bodyPr>
          <a:lstStyle/>
          <a:p>
            <a:endParaRPr lang="zh-CN" altLang="en-US" sz="1800"/>
          </a:p>
        </p:txBody>
      </p:sp>
      <p:sp>
        <p:nvSpPr>
          <p:cNvPr id="93" name="Freeform 13"/>
          <p:cNvSpPr/>
          <p:nvPr/>
        </p:nvSpPr>
        <p:spPr bwMode="auto">
          <a:xfrm>
            <a:off x="4485099" y="6424760"/>
            <a:ext cx="508497" cy="433240"/>
          </a:xfrm>
          <a:custGeom>
            <a:avLst/>
            <a:gdLst>
              <a:gd name="T0" fmla="*/ 46 w 256"/>
              <a:gd name="T1" fmla="*/ 0 h 218"/>
              <a:gd name="T2" fmla="*/ 0 w 256"/>
              <a:gd name="T3" fmla="*/ 104 h 218"/>
              <a:gd name="T4" fmla="*/ 132 w 256"/>
              <a:gd name="T5" fmla="*/ 144 h 218"/>
              <a:gd name="T6" fmla="*/ 60 w 256"/>
              <a:gd name="T7" fmla="*/ 218 h 218"/>
              <a:gd name="T8" fmla="*/ 256 w 256"/>
              <a:gd name="T9" fmla="*/ 218 h 218"/>
              <a:gd name="T10" fmla="*/ 46 w 256"/>
              <a:gd name="T11" fmla="*/ 0 h 218"/>
            </a:gdLst>
            <a:ahLst/>
            <a:cxnLst>
              <a:cxn ang="0">
                <a:pos x="T0" y="T1"/>
              </a:cxn>
              <a:cxn ang="0">
                <a:pos x="T2" y="T3"/>
              </a:cxn>
              <a:cxn ang="0">
                <a:pos x="T4" y="T5"/>
              </a:cxn>
              <a:cxn ang="0">
                <a:pos x="T6" y="T7"/>
              </a:cxn>
              <a:cxn ang="0">
                <a:pos x="T8" y="T9"/>
              </a:cxn>
              <a:cxn ang="0">
                <a:pos x="T10" y="T11"/>
              </a:cxn>
            </a:cxnLst>
            <a:rect l="0" t="0" r="r" b="b"/>
            <a:pathLst>
              <a:path w="256" h="218">
                <a:moveTo>
                  <a:pt x="46" y="0"/>
                </a:moveTo>
                <a:lnTo>
                  <a:pt x="0" y="104"/>
                </a:lnTo>
                <a:lnTo>
                  <a:pt x="132" y="144"/>
                </a:lnTo>
                <a:lnTo>
                  <a:pt x="60" y="218"/>
                </a:lnTo>
                <a:lnTo>
                  <a:pt x="256" y="218"/>
                </a:lnTo>
                <a:lnTo>
                  <a:pt x="46" y="0"/>
                </a:lnTo>
                <a:close/>
              </a:path>
            </a:pathLst>
          </a:custGeom>
          <a:solidFill>
            <a:schemeClr val="accent1"/>
          </a:solidFill>
          <a:ln>
            <a:noFill/>
          </a:ln>
        </p:spPr>
        <p:txBody>
          <a:bodyPr wrap="square">
            <a:normAutofit/>
          </a:bodyPr>
          <a:lstStyle/>
          <a:p>
            <a:endParaRPr lang="zh-CN" altLang="en-US" sz="1800"/>
          </a:p>
        </p:txBody>
      </p:sp>
      <p:sp>
        <p:nvSpPr>
          <p:cNvPr id="94" name="Freeform 14"/>
          <p:cNvSpPr/>
          <p:nvPr/>
        </p:nvSpPr>
        <p:spPr bwMode="auto">
          <a:xfrm>
            <a:off x="4111672" y="6424760"/>
            <a:ext cx="635621" cy="433240"/>
          </a:xfrm>
          <a:custGeom>
            <a:avLst/>
            <a:gdLst>
              <a:gd name="T0" fmla="*/ 188 w 320"/>
              <a:gd name="T1" fmla="*/ 104 h 218"/>
              <a:gd name="T2" fmla="*/ 234 w 320"/>
              <a:gd name="T3" fmla="*/ 0 h 218"/>
              <a:gd name="T4" fmla="*/ 0 w 320"/>
              <a:gd name="T5" fmla="*/ 124 h 218"/>
              <a:gd name="T6" fmla="*/ 86 w 320"/>
              <a:gd name="T7" fmla="*/ 218 h 218"/>
              <a:gd name="T8" fmla="*/ 248 w 320"/>
              <a:gd name="T9" fmla="*/ 218 h 218"/>
              <a:gd name="T10" fmla="*/ 320 w 320"/>
              <a:gd name="T11" fmla="*/ 144 h 218"/>
              <a:gd name="T12" fmla="*/ 188 w 320"/>
              <a:gd name="T13" fmla="*/ 104 h 218"/>
            </a:gdLst>
            <a:ahLst/>
            <a:cxnLst>
              <a:cxn ang="0">
                <a:pos x="T0" y="T1"/>
              </a:cxn>
              <a:cxn ang="0">
                <a:pos x="T2" y="T3"/>
              </a:cxn>
              <a:cxn ang="0">
                <a:pos x="T4" y="T5"/>
              </a:cxn>
              <a:cxn ang="0">
                <a:pos x="T6" y="T7"/>
              </a:cxn>
              <a:cxn ang="0">
                <a:pos x="T8" y="T9"/>
              </a:cxn>
              <a:cxn ang="0">
                <a:pos x="T10" y="T11"/>
              </a:cxn>
              <a:cxn ang="0">
                <a:pos x="T12" y="T13"/>
              </a:cxn>
            </a:cxnLst>
            <a:rect l="0" t="0" r="r" b="b"/>
            <a:pathLst>
              <a:path w="320" h="218">
                <a:moveTo>
                  <a:pt x="188" y="104"/>
                </a:moveTo>
                <a:lnTo>
                  <a:pt x="234" y="0"/>
                </a:lnTo>
                <a:lnTo>
                  <a:pt x="0" y="124"/>
                </a:lnTo>
                <a:lnTo>
                  <a:pt x="86" y="218"/>
                </a:lnTo>
                <a:lnTo>
                  <a:pt x="248" y="218"/>
                </a:lnTo>
                <a:lnTo>
                  <a:pt x="320" y="144"/>
                </a:lnTo>
                <a:lnTo>
                  <a:pt x="188" y="104"/>
                </a:lnTo>
                <a:close/>
              </a:path>
            </a:pathLst>
          </a:custGeom>
          <a:solidFill>
            <a:schemeClr val="tx1">
              <a:lumMod val="75000"/>
            </a:schemeClr>
          </a:solidFill>
          <a:ln>
            <a:noFill/>
          </a:ln>
        </p:spPr>
        <p:txBody>
          <a:bodyPr wrap="square">
            <a:normAutofit/>
          </a:bodyPr>
          <a:lstStyle/>
          <a:p>
            <a:endParaRPr lang="zh-CN" altLang="en-US" sz="1800"/>
          </a:p>
        </p:txBody>
      </p:sp>
      <p:sp>
        <p:nvSpPr>
          <p:cNvPr id="95" name="Freeform 15"/>
          <p:cNvSpPr/>
          <p:nvPr/>
        </p:nvSpPr>
        <p:spPr bwMode="auto">
          <a:xfrm>
            <a:off x="5960931" y="6212115"/>
            <a:ext cx="949458" cy="645885"/>
          </a:xfrm>
          <a:custGeom>
            <a:avLst/>
            <a:gdLst>
              <a:gd name="T0" fmla="*/ 112 w 239"/>
              <a:gd name="T1" fmla="*/ 97 h 162"/>
              <a:gd name="T2" fmla="*/ 141 w 239"/>
              <a:gd name="T3" fmla="*/ 80 h 162"/>
              <a:gd name="T4" fmla="*/ 69 w 239"/>
              <a:gd name="T5" fmla="*/ 0 h 162"/>
              <a:gd name="T6" fmla="*/ 0 w 239"/>
              <a:gd name="T7" fmla="*/ 36 h 162"/>
              <a:gd name="T8" fmla="*/ 5 w 239"/>
              <a:gd name="T9" fmla="*/ 162 h 162"/>
              <a:gd name="T10" fmla="*/ 190 w 239"/>
              <a:gd name="T11" fmla="*/ 162 h 162"/>
              <a:gd name="T12" fmla="*/ 237 w 239"/>
              <a:gd name="T13" fmla="*/ 131 h 162"/>
              <a:gd name="T14" fmla="*/ 112 w 239"/>
              <a:gd name="T15" fmla="*/ 97 h 1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9" h="162">
                <a:moveTo>
                  <a:pt x="112" y="97"/>
                </a:moveTo>
                <a:cubicBezTo>
                  <a:pt x="141" y="80"/>
                  <a:pt x="141" y="80"/>
                  <a:pt x="141" y="80"/>
                </a:cubicBezTo>
                <a:cubicBezTo>
                  <a:pt x="69" y="0"/>
                  <a:pt x="69" y="0"/>
                  <a:pt x="69" y="0"/>
                </a:cubicBezTo>
                <a:cubicBezTo>
                  <a:pt x="0" y="36"/>
                  <a:pt x="0" y="36"/>
                  <a:pt x="0" y="36"/>
                </a:cubicBezTo>
                <a:cubicBezTo>
                  <a:pt x="5" y="162"/>
                  <a:pt x="5" y="162"/>
                  <a:pt x="5" y="162"/>
                </a:cubicBezTo>
                <a:cubicBezTo>
                  <a:pt x="190" y="162"/>
                  <a:pt x="190" y="162"/>
                  <a:pt x="190" y="162"/>
                </a:cubicBezTo>
                <a:cubicBezTo>
                  <a:pt x="190" y="162"/>
                  <a:pt x="236" y="131"/>
                  <a:pt x="237" y="131"/>
                </a:cubicBezTo>
                <a:cubicBezTo>
                  <a:pt x="239" y="131"/>
                  <a:pt x="112" y="97"/>
                  <a:pt x="112" y="97"/>
                </a:cubicBezTo>
                <a:close/>
              </a:path>
            </a:pathLst>
          </a:custGeom>
          <a:solidFill>
            <a:schemeClr val="tx1">
              <a:lumMod val="75000"/>
            </a:schemeClr>
          </a:solidFill>
          <a:ln>
            <a:noFill/>
          </a:ln>
        </p:spPr>
        <p:txBody>
          <a:bodyPr wrap="square">
            <a:normAutofit/>
          </a:bodyPr>
          <a:lstStyle/>
          <a:p>
            <a:endParaRPr lang="zh-CN" altLang="en-US" sz="1800"/>
          </a:p>
        </p:txBody>
      </p:sp>
      <p:sp>
        <p:nvSpPr>
          <p:cNvPr id="96" name="Freeform 16"/>
          <p:cNvSpPr/>
          <p:nvPr/>
        </p:nvSpPr>
        <p:spPr bwMode="auto">
          <a:xfrm>
            <a:off x="6235042" y="6212115"/>
            <a:ext cx="1050761" cy="645885"/>
          </a:xfrm>
          <a:custGeom>
            <a:avLst/>
            <a:gdLst>
              <a:gd name="T0" fmla="*/ 0 w 264"/>
              <a:gd name="T1" fmla="*/ 0 h 162"/>
              <a:gd name="T2" fmla="*/ 72 w 264"/>
              <a:gd name="T3" fmla="*/ 80 h 162"/>
              <a:gd name="T4" fmla="*/ 43 w 264"/>
              <a:gd name="T5" fmla="*/ 97 h 162"/>
              <a:gd name="T6" fmla="*/ 168 w 264"/>
              <a:gd name="T7" fmla="*/ 131 h 162"/>
              <a:gd name="T8" fmla="*/ 121 w 264"/>
              <a:gd name="T9" fmla="*/ 162 h 162"/>
              <a:gd name="T10" fmla="*/ 264 w 264"/>
              <a:gd name="T11" fmla="*/ 162 h 162"/>
              <a:gd name="T12" fmla="*/ 0 w 264"/>
              <a:gd name="T13" fmla="*/ 0 h 162"/>
            </a:gdLst>
            <a:ahLst/>
            <a:cxnLst>
              <a:cxn ang="0">
                <a:pos x="T0" y="T1"/>
              </a:cxn>
              <a:cxn ang="0">
                <a:pos x="T2" y="T3"/>
              </a:cxn>
              <a:cxn ang="0">
                <a:pos x="T4" y="T5"/>
              </a:cxn>
              <a:cxn ang="0">
                <a:pos x="T6" y="T7"/>
              </a:cxn>
              <a:cxn ang="0">
                <a:pos x="T8" y="T9"/>
              </a:cxn>
              <a:cxn ang="0">
                <a:pos x="T10" y="T11"/>
              </a:cxn>
              <a:cxn ang="0">
                <a:pos x="T12" y="T13"/>
              </a:cxn>
            </a:cxnLst>
            <a:rect l="0" t="0" r="r" b="b"/>
            <a:pathLst>
              <a:path w="264" h="162">
                <a:moveTo>
                  <a:pt x="0" y="0"/>
                </a:moveTo>
                <a:cubicBezTo>
                  <a:pt x="72" y="80"/>
                  <a:pt x="72" y="80"/>
                  <a:pt x="72" y="80"/>
                </a:cubicBezTo>
                <a:cubicBezTo>
                  <a:pt x="43" y="97"/>
                  <a:pt x="43" y="97"/>
                  <a:pt x="43" y="97"/>
                </a:cubicBezTo>
                <a:cubicBezTo>
                  <a:pt x="43" y="97"/>
                  <a:pt x="170" y="131"/>
                  <a:pt x="168" y="131"/>
                </a:cubicBezTo>
                <a:cubicBezTo>
                  <a:pt x="167" y="131"/>
                  <a:pt x="121" y="162"/>
                  <a:pt x="121" y="162"/>
                </a:cubicBezTo>
                <a:cubicBezTo>
                  <a:pt x="264" y="162"/>
                  <a:pt x="264" y="162"/>
                  <a:pt x="264" y="162"/>
                </a:cubicBezTo>
                <a:lnTo>
                  <a:pt x="0" y="0"/>
                </a:lnTo>
                <a:close/>
              </a:path>
            </a:pathLst>
          </a:custGeom>
          <a:solidFill>
            <a:schemeClr val="accent1"/>
          </a:solidFill>
          <a:ln>
            <a:noFill/>
          </a:ln>
        </p:spPr>
        <p:txBody>
          <a:bodyPr wrap="square">
            <a:normAutofit/>
          </a:bodyPr>
          <a:lstStyle/>
          <a:p>
            <a:endParaRPr lang="zh-CN" altLang="en-US" sz="1800"/>
          </a:p>
        </p:txBody>
      </p:sp>
      <p:sp>
        <p:nvSpPr>
          <p:cNvPr id="97" name="Freeform 17"/>
          <p:cNvSpPr/>
          <p:nvPr/>
        </p:nvSpPr>
        <p:spPr bwMode="auto">
          <a:xfrm>
            <a:off x="8394166" y="6069026"/>
            <a:ext cx="730964" cy="788974"/>
          </a:xfrm>
          <a:custGeom>
            <a:avLst/>
            <a:gdLst>
              <a:gd name="T0" fmla="*/ 0 w 184"/>
              <a:gd name="T1" fmla="*/ 0 h 198"/>
              <a:gd name="T2" fmla="*/ 46 w 184"/>
              <a:gd name="T3" fmla="*/ 108 h 198"/>
              <a:gd name="T4" fmla="*/ 36 w 184"/>
              <a:gd name="T5" fmla="*/ 154 h 198"/>
              <a:gd name="T6" fmla="*/ 101 w 184"/>
              <a:gd name="T7" fmla="*/ 198 h 198"/>
              <a:gd name="T8" fmla="*/ 184 w 184"/>
              <a:gd name="T9" fmla="*/ 198 h 198"/>
              <a:gd name="T10" fmla="*/ 0 w 184"/>
              <a:gd name="T11" fmla="*/ 0 h 198"/>
            </a:gdLst>
            <a:ahLst/>
            <a:cxnLst>
              <a:cxn ang="0">
                <a:pos x="T0" y="T1"/>
              </a:cxn>
              <a:cxn ang="0">
                <a:pos x="T2" y="T3"/>
              </a:cxn>
              <a:cxn ang="0">
                <a:pos x="T4" y="T5"/>
              </a:cxn>
              <a:cxn ang="0">
                <a:pos x="T6" y="T7"/>
              </a:cxn>
              <a:cxn ang="0">
                <a:pos x="T8" y="T9"/>
              </a:cxn>
              <a:cxn ang="0">
                <a:pos x="T10" y="T11"/>
              </a:cxn>
            </a:cxnLst>
            <a:rect l="0" t="0" r="r" b="b"/>
            <a:pathLst>
              <a:path w="184" h="198">
                <a:moveTo>
                  <a:pt x="0" y="0"/>
                </a:moveTo>
                <a:cubicBezTo>
                  <a:pt x="0" y="0"/>
                  <a:pt x="46" y="104"/>
                  <a:pt x="46" y="108"/>
                </a:cubicBezTo>
                <a:cubicBezTo>
                  <a:pt x="45" y="111"/>
                  <a:pt x="36" y="154"/>
                  <a:pt x="36" y="154"/>
                </a:cubicBezTo>
                <a:cubicBezTo>
                  <a:pt x="101" y="198"/>
                  <a:pt x="101" y="198"/>
                  <a:pt x="101" y="198"/>
                </a:cubicBezTo>
                <a:cubicBezTo>
                  <a:pt x="184" y="198"/>
                  <a:pt x="184" y="198"/>
                  <a:pt x="184" y="198"/>
                </a:cubicBezTo>
                <a:lnTo>
                  <a:pt x="0" y="0"/>
                </a:lnTo>
                <a:close/>
              </a:path>
            </a:pathLst>
          </a:custGeom>
          <a:solidFill>
            <a:schemeClr val="accent1"/>
          </a:solidFill>
          <a:ln>
            <a:noFill/>
          </a:ln>
        </p:spPr>
        <p:txBody>
          <a:bodyPr wrap="square">
            <a:normAutofit/>
          </a:bodyPr>
          <a:lstStyle/>
          <a:p>
            <a:endParaRPr lang="zh-CN" altLang="en-US" sz="1800"/>
          </a:p>
        </p:txBody>
      </p:sp>
      <p:sp>
        <p:nvSpPr>
          <p:cNvPr id="98" name="Freeform 18"/>
          <p:cNvSpPr/>
          <p:nvPr/>
        </p:nvSpPr>
        <p:spPr bwMode="auto">
          <a:xfrm>
            <a:off x="7049431" y="6069026"/>
            <a:ext cx="1745971" cy="788974"/>
          </a:xfrm>
          <a:custGeom>
            <a:avLst/>
            <a:gdLst>
              <a:gd name="T0" fmla="*/ 384 w 439"/>
              <a:gd name="T1" fmla="*/ 108 h 198"/>
              <a:gd name="T2" fmla="*/ 338 w 439"/>
              <a:gd name="T3" fmla="*/ 0 h 198"/>
              <a:gd name="T4" fmla="*/ 117 w 439"/>
              <a:gd name="T5" fmla="*/ 145 h 198"/>
              <a:gd name="T6" fmla="*/ 64 w 439"/>
              <a:gd name="T7" fmla="*/ 109 h 198"/>
              <a:gd name="T8" fmla="*/ 0 w 439"/>
              <a:gd name="T9" fmla="*/ 160 h 198"/>
              <a:gd name="T10" fmla="*/ 59 w 439"/>
              <a:gd name="T11" fmla="*/ 198 h 198"/>
              <a:gd name="T12" fmla="*/ 439 w 439"/>
              <a:gd name="T13" fmla="*/ 198 h 198"/>
              <a:gd name="T14" fmla="*/ 374 w 439"/>
              <a:gd name="T15" fmla="*/ 154 h 198"/>
              <a:gd name="T16" fmla="*/ 384 w 439"/>
              <a:gd name="T17" fmla="*/ 10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9" h="198">
                <a:moveTo>
                  <a:pt x="384" y="108"/>
                </a:moveTo>
                <a:cubicBezTo>
                  <a:pt x="384" y="104"/>
                  <a:pt x="338" y="0"/>
                  <a:pt x="338" y="0"/>
                </a:cubicBezTo>
                <a:cubicBezTo>
                  <a:pt x="117" y="145"/>
                  <a:pt x="117" y="145"/>
                  <a:pt x="117" y="145"/>
                </a:cubicBezTo>
                <a:cubicBezTo>
                  <a:pt x="64" y="109"/>
                  <a:pt x="64" y="109"/>
                  <a:pt x="64" y="109"/>
                </a:cubicBezTo>
                <a:cubicBezTo>
                  <a:pt x="0" y="160"/>
                  <a:pt x="0" y="160"/>
                  <a:pt x="0" y="160"/>
                </a:cubicBezTo>
                <a:cubicBezTo>
                  <a:pt x="59" y="198"/>
                  <a:pt x="59" y="198"/>
                  <a:pt x="59" y="198"/>
                </a:cubicBezTo>
                <a:cubicBezTo>
                  <a:pt x="439" y="198"/>
                  <a:pt x="439" y="198"/>
                  <a:pt x="439" y="198"/>
                </a:cubicBezTo>
                <a:cubicBezTo>
                  <a:pt x="374" y="154"/>
                  <a:pt x="374" y="154"/>
                  <a:pt x="374" y="154"/>
                </a:cubicBezTo>
                <a:cubicBezTo>
                  <a:pt x="374" y="154"/>
                  <a:pt x="383" y="111"/>
                  <a:pt x="384" y="108"/>
                </a:cubicBezTo>
                <a:close/>
              </a:path>
            </a:pathLst>
          </a:custGeom>
          <a:solidFill>
            <a:schemeClr val="tx1">
              <a:lumMod val="75000"/>
            </a:schemeClr>
          </a:solidFill>
          <a:ln>
            <a:noFill/>
          </a:ln>
        </p:spPr>
        <p:txBody>
          <a:bodyPr wrap="square">
            <a:normAutofit/>
          </a:bodyPr>
          <a:lstStyle/>
          <a:p>
            <a:endParaRPr lang="zh-CN" altLang="en-US" sz="1800"/>
          </a:p>
        </p:txBody>
      </p:sp>
      <p:sp>
        <p:nvSpPr>
          <p:cNvPr id="99" name="Freeform 19"/>
          <p:cNvSpPr/>
          <p:nvPr/>
        </p:nvSpPr>
        <p:spPr bwMode="auto">
          <a:xfrm>
            <a:off x="8942389" y="6488355"/>
            <a:ext cx="518428" cy="369645"/>
          </a:xfrm>
          <a:custGeom>
            <a:avLst/>
            <a:gdLst>
              <a:gd name="T0" fmla="*/ 130 w 261"/>
              <a:gd name="T1" fmla="*/ 104 h 186"/>
              <a:gd name="T2" fmla="*/ 168 w 261"/>
              <a:gd name="T3" fmla="*/ 0 h 186"/>
              <a:gd name="T4" fmla="*/ 0 w 261"/>
              <a:gd name="T5" fmla="*/ 84 h 186"/>
              <a:gd name="T6" fmla="*/ 92 w 261"/>
              <a:gd name="T7" fmla="*/ 186 h 186"/>
              <a:gd name="T8" fmla="*/ 215 w 261"/>
              <a:gd name="T9" fmla="*/ 186 h 186"/>
              <a:gd name="T10" fmla="*/ 261 w 261"/>
              <a:gd name="T11" fmla="*/ 140 h 186"/>
              <a:gd name="T12" fmla="*/ 130 w 261"/>
              <a:gd name="T13" fmla="*/ 104 h 186"/>
            </a:gdLst>
            <a:ahLst/>
            <a:cxnLst>
              <a:cxn ang="0">
                <a:pos x="T0" y="T1"/>
              </a:cxn>
              <a:cxn ang="0">
                <a:pos x="T2" y="T3"/>
              </a:cxn>
              <a:cxn ang="0">
                <a:pos x="T4" y="T5"/>
              </a:cxn>
              <a:cxn ang="0">
                <a:pos x="T6" y="T7"/>
              </a:cxn>
              <a:cxn ang="0">
                <a:pos x="T8" y="T9"/>
              </a:cxn>
              <a:cxn ang="0">
                <a:pos x="T10" y="T11"/>
              </a:cxn>
              <a:cxn ang="0">
                <a:pos x="T12" y="T13"/>
              </a:cxn>
            </a:cxnLst>
            <a:rect l="0" t="0" r="r" b="b"/>
            <a:pathLst>
              <a:path w="261" h="186">
                <a:moveTo>
                  <a:pt x="130" y="104"/>
                </a:moveTo>
                <a:lnTo>
                  <a:pt x="168" y="0"/>
                </a:lnTo>
                <a:lnTo>
                  <a:pt x="0" y="84"/>
                </a:lnTo>
                <a:lnTo>
                  <a:pt x="92" y="186"/>
                </a:lnTo>
                <a:lnTo>
                  <a:pt x="215" y="186"/>
                </a:lnTo>
                <a:lnTo>
                  <a:pt x="261" y="140"/>
                </a:lnTo>
                <a:lnTo>
                  <a:pt x="130" y="104"/>
                </a:lnTo>
                <a:close/>
              </a:path>
            </a:pathLst>
          </a:custGeom>
          <a:solidFill>
            <a:schemeClr val="tx1">
              <a:lumMod val="75000"/>
            </a:schemeClr>
          </a:solidFill>
          <a:ln>
            <a:noFill/>
          </a:ln>
        </p:spPr>
        <p:txBody>
          <a:bodyPr wrap="square">
            <a:normAutofit/>
          </a:bodyPr>
          <a:lstStyle/>
          <a:p>
            <a:endParaRPr lang="zh-CN" altLang="en-US" sz="1800"/>
          </a:p>
        </p:txBody>
      </p:sp>
      <p:sp>
        <p:nvSpPr>
          <p:cNvPr id="100" name="Freeform 20"/>
          <p:cNvSpPr/>
          <p:nvPr/>
        </p:nvSpPr>
        <p:spPr bwMode="auto">
          <a:xfrm>
            <a:off x="9200610" y="6488355"/>
            <a:ext cx="482674" cy="369645"/>
          </a:xfrm>
          <a:custGeom>
            <a:avLst/>
            <a:gdLst>
              <a:gd name="T0" fmla="*/ 38 w 243"/>
              <a:gd name="T1" fmla="*/ 0 h 186"/>
              <a:gd name="T2" fmla="*/ 0 w 243"/>
              <a:gd name="T3" fmla="*/ 104 h 186"/>
              <a:gd name="T4" fmla="*/ 131 w 243"/>
              <a:gd name="T5" fmla="*/ 140 h 186"/>
              <a:gd name="T6" fmla="*/ 85 w 243"/>
              <a:gd name="T7" fmla="*/ 186 h 186"/>
              <a:gd name="T8" fmla="*/ 243 w 243"/>
              <a:gd name="T9" fmla="*/ 186 h 186"/>
              <a:gd name="T10" fmla="*/ 38 w 243"/>
              <a:gd name="T11" fmla="*/ 0 h 186"/>
            </a:gdLst>
            <a:ahLst/>
            <a:cxnLst>
              <a:cxn ang="0">
                <a:pos x="T0" y="T1"/>
              </a:cxn>
              <a:cxn ang="0">
                <a:pos x="T2" y="T3"/>
              </a:cxn>
              <a:cxn ang="0">
                <a:pos x="T4" y="T5"/>
              </a:cxn>
              <a:cxn ang="0">
                <a:pos x="T6" y="T7"/>
              </a:cxn>
              <a:cxn ang="0">
                <a:pos x="T8" y="T9"/>
              </a:cxn>
              <a:cxn ang="0">
                <a:pos x="T10" y="T11"/>
              </a:cxn>
            </a:cxnLst>
            <a:rect l="0" t="0" r="r" b="b"/>
            <a:pathLst>
              <a:path w="243" h="186">
                <a:moveTo>
                  <a:pt x="38" y="0"/>
                </a:moveTo>
                <a:lnTo>
                  <a:pt x="0" y="104"/>
                </a:lnTo>
                <a:lnTo>
                  <a:pt x="131" y="140"/>
                </a:lnTo>
                <a:lnTo>
                  <a:pt x="85" y="186"/>
                </a:lnTo>
                <a:lnTo>
                  <a:pt x="243" y="186"/>
                </a:lnTo>
                <a:lnTo>
                  <a:pt x="38" y="0"/>
                </a:lnTo>
                <a:close/>
              </a:path>
            </a:pathLst>
          </a:custGeom>
          <a:solidFill>
            <a:schemeClr val="accent1"/>
          </a:solidFill>
          <a:ln>
            <a:noFill/>
          </a:ln>
        </p:spPr>
        <p:txBody>
          <a:bodyPr wrap="square">
            <a:normAutofit/>
          </a:bodyPr>
          <a:lstStyle/>
          <a:p>
            <a:endParaRPr lang="zh-CN" altLang="en-US" sz="1800"/>
          </a:p>
        </p:txBody>
      </p:sp>
      <p:sp>
        <p:nvSpPr>
          <p:cNvPr id="101" name="Freeform 21"/>
          <p:cNvSpPr/>
          <p:nvPr/>
        </p:nvSpPr>
        <p:spPr bwMode="auto">
          <a:xfrm>
            <a:off x="9572051" y="6359178"/>
            <a:ext cx="1140145" cy="498822"/>
          </a:xfrm>
          <a:custGeom>
            <a:avLst/>
            <a:gdLst>
              <a:gd name="T0" fmla="*/ 442 w 574"/>
              <a:gd name="T1" fmla="*/ 141 h 251"/>
              <a:gd name="T2" fmla="*/ 482 w 574"/>
              <a:gd name="T3" fmla="*/ 103 h 251"/>
              <a:gd name="T4" fmla="*/ 288 w 574"/>
              <a:gd name="T5" fmla="*/ 0 h 251"/>
              <a:gd name="T6" fmla="*/ 0 w 574"/>
              <a:gd name="T7" fmla="*/ 197 h 251"/>
              <a:gd name="T8" fmla="*/ 56 w 574"/>
              <a:gd name="T9" fmla="*/ 251 h 251"/>
              <a:gd name="T10" fmla="*/ 454 w 574"/>
              <a:gd name="T11" fmla="*/ 251 h 251"/>
              <a:gd name="T12" fmla="*/ 574 w 574"/>
              <a:gd name="T13" fmla="*/ 169 h 251"/>
              <a:gd name="T14" fmla="*/ 442 w 574"/>
              <a:gd name="T15" fmla="*/ 141 h 2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4" h="251">
                <a:moveTo>
                  <a:pt x="442" y="141"/>
                </a:moveTo>
                <a:lnTo>
                  <a:pt x="482" y="103"/>
                </a:lnTo>
                <a:lnTo>
                  <a:pt x="288" y="0"/>
                </a:lnTo>
                <a:lnTo>
                  <a:pt x="0" y="197"/>
                </a:lnTo>
                <a:lnTo>
                  <a:pt x="56" y="251"/>
                </a:lnTo>
                <a:lnTo>
                  <a:pt x="454" y="251"/>
                </a:lnTo>
                <a:lnTo>
                  <a:pt x="574" y="169"/>
                </a:lnTo>
                <a:lnTo>
                  <a:pt x="442" y="141"/>
                </a:lnTo>
                <a:close/>
              </a:path>
            </a:pathLst>
          </a:custGeom>
          <a:solidFill>
            <a:schemeClr val="tx1">
              <a:lumMod val="75000"/>
            </a:schemeClr>
          </a:solidFill>
          <a:ln>
            <a:noFill/>
          </a:ln>
        </p:spPr>
        <p:txBody>
          <a:bodyPr wrap="square">
            <a:normAutofit/>
          </a:bodyPr>
          <a:lstStyle/>
          <a:p>
            <a:endParaRPr lang="zh-CN" altLang="en-US" sz="1800"/>
          </a:p>
        </p:txBody>
      </p:sp>
      <p:sp>
        <p:nvSpPr>
          <p:cNvPr id="102" name="Freeform 22"/>
          <p:cNvSpPr/>
          <p:nvPr/>
        </p:nvSpPr>
        <p:spPr bwMode="auto">
          <a:xfrm>
            <a:off x="10144109" y="6359178"/>
            <a:ext cx="1108364" cy="498822"/>
          </a:xfrm>
          <a:custGeom>
            <a:avLst/>
            <a:gdLst>
              <a:gd name="T0" fmla="*/ 388 w 558"/>
              <a:gd name="T1" fmla="*/ 113 h 251"/>
              <a:gd name="T2" fmla="*/ 0 w 558"/>
              <a:gd name="T3" fmla="*/ 0 h 251"/>
              <a:gd name="T4" fmla="*/ 194 w 558"/>
              <a:gd name="T5" fmla="*/ 103 h 251"/>
              <a:gd name="T6" fmla="*/ 154 w 558"/>
              <a:gd name="T7" fmla="*/ 141 h 251"/>
              <a:gd name="T8" fmla="*/ 286 w 558"/>
              <a:gd name="T9" fmla="*/ 169 h 251"/>
              <a:gd name="T10" fmla="*/ 166 w 558"/>
              <a:gd name="T11" fmla="*/ 251 h 251"/>
              <a:gd name="T12" fmla="*/ 558 w 558"/>
              <a:gd name="T13" fmla="*/ 251 h 251"/>
              <a:gd name="T14" fmla="*/ 388 w 558"/>
              <a:gd name="T15" fmla="*/ 113 h 2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8" h="251">
                <a:moveTo>
                  <a:pt x="388" y="113"/>
                </a:moveTo>
                <a:lnTo>
                  <a:pt x="0" y="0"/>
                </a:lnTo>
                <a:lnTo>
                  <a:pt x="194" y="103"/>
                </a:lnTo>
                <a:lnTo>
                  <a:pt x="154" y="141"/>
                </a:lnTo>
                <a:lnTo>
                  <a:pt x="286" y="169"/>
                </a:lnTo>
                <a:lnTo>
                  <a:pt x="166" y="251"/>
                </a:lnTo>
                <a:lnTo>
                  <a:pt x="558" y="251"/>
                </a:lnTo>
                <a:lnTo>
                  <a:pt x="388" y="113"/>
                </a:lnTo>
                <a:close/>
              </a:path>
            </a:pathLst>
          </a:custGeom>
          <a:solidFill>
            <a:schemeClr val="accent1"/>
          </a:solidFill>
          <a:ln>
            <a:noFill/>
          </a:ln>
        </p:spPr>
        <p:txBody>
          <a:bodyPr wrap="square">
            <a:normAutofit/>
          </a:bodyPr>
          <a:lstStyle/>
          <a:p>
            <a:endParaRPr lang="zh-CN" altLang="en-US" sz="1800"/>
          </a:p>
        </p:txBody>
      </p:sp>
      <p:sp>
        <p:nvSpPr>
          <p:cNvPr id="103" name="Freeform 23"/>
          <p:cNvSpPr/>
          <p:nvPr/>
        </p:nvSpPr>
        <p:spPr bwMode="auto">
          <a:xfrm>
            <a:off x="5710655" y="5914014"/>
            <a:ext cx="734936" cy="943986"/>
          </a:xfrm>
          <a:custGeom>
            <a:avLst/>
            <a:gdLst>
              <a:gd name="T0" fmla="*/ 162 w 370"/>
              <a:gd name="T1" fmla="*/ 287 h 475"/>
              <a:gd name="T2" fmla="*/ 162 w 370"/>
              <a:gd name="T3" fmla="*/ 222 h 475"/>
              <a:gd name="T4" fmla="*/ 0 w 370"/>
              <a:gd name="T5" fmla="*/ 0 h 475"/>
              <a:gd name="T6" fmla="*/ 94 w 370"/>
              <a:gd name="T7" fmla="*/ 218 h 475"/>
              <a:gd name="T8" fmla="*/ 0 w 370"/>
              <a:gd name="T9" fmla="*/ 293 h 475"/>
              <a:gd name="T10" fmla="*/ 104 w 370"/>
              <a:gd name="T11" fmla="*/ 353 h 475"/>
              <a:gd name="T12" fmla="*/ 40 w 370"/>
              <a:gd name="T13" fmla="*/ 475 h 475"/>
              <a:gd name="T14" fmla="*/ 370 w 370"/>
              <a:gd name="T15" fmla="*/ 475 h 475"/>
              <a:gd name="T16" fmla="*/ 162 w 370"/>
              <a:gd name="T17" fmla="*/ 287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 h="475">
                <a:moveTo>
                  <a:pt x="162" y="287"/>
                </a:moveTo>
                <a:lnTo>
                  <a:pt x="162" y="222"/>
                </a:lnTo>
                <a:lnTo>
                  <a:pt x="0" y="0"/>
                </a:lnTo>
                <a:lnTo>
                  <a:pt x="94" y="218"/>
                </a:lnTo>
                <a:lnTo>
                  <a:pt x="0" y="293"/>
                </a:lnTo>
                <a:lnTo>
                  <a:pt x="104" y="353"/>
                </a:lnTo>
                <a:lnTo>
                  <a:pt x="40" y="475"/>
                </a:lnTo>
                <a:lnTo>
                  <a:pt x="370" y="475"/>
                </a:lnTo>
                <a:lnTo>
                  <a:pt x="162" y="287"/>
                </a:lnTo>
                <a:close/>
              </a:path>
            </a:pathLst>
          </a:custGeom>
          <a:solidFill>
            <a:schemeClr val="accent1"/>
          </a:solidFill>
          <a:ln>
            <a:noFill/>
          </a:ln>
        </p:spPr>
        <p:txBody>
          <a:bodyPr wrap="square">
            <a:normAutofit/>
          </a:bodyPr>
          <a:lstStyle/>
          <a:p>
            <a:endParaRPr lang="zh-CN" altLang="en-US" sz="1800"/>
          </a:p>
        </p:txBody>
      </p:sp>
      <p:sp>
        <p:nvSpPr>
          <p:cNvPr id="104" name="Freeform 24"/>
          <p:cNvSpPr/>
          <p:nvPr/>
        </p:nvSpPr>
        <p:spPr bwMode="auto">
          <a:xfrm>
            <a:off x="4659894" y="5914014"/>
            <a:ext cx="1257337" cy="943986"/>
          </a:xfrm>
          <a:custGeom>
            <a:avLst/>
            <a:gdLst>
              <a:gd name="T0" fmla="*/ 529 w 633"/>
              <a:gd name="T1" fmla="*/ 293 h 475"/>
              <a:gd name="T2" fmla="*/ 623 w 633"/>
              <a:gd name="T3" fmla="*/ 218 h 475"/>
              <a:gd name="T4" fmla="*/ 529 w 633"/>
              <a:gd name="T5" fmla="*/ 0 h 475"/>
              <a:gd name="T6" fmla="*/ 323 w 633"/>
              <a:gd name="T7" fmla="*/ 319 h 475"/>
              <a:gd name="T8" fmla="*/ 0 w 633"/>
              <a:gd name="T9" fmla="*/ 475 h 475"/>
              <a:gd name="T10" fmla="*/ 569 w 633"/>
              <a:gd name="T11" fmla="*/ 475 h 475"/>
              <a:gd name="T12" fmla="*/ 633 w 633"/>
              <a:gd name="T13" fmla="*/ 353 h 475"/>
              <a:gd name="T14" fmla="*/ 529 w 633"/>
              <a:gd name="T15" fmla="*/ 293 h 4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3" h="475">
                <a:moveTo>
                  <a:pt x="529" y="293"/>
                </a:moveTo>
                <a:lnTo>
                  <a:pt x="623" y="218"/>
                </a:lnTo>
                <a:lnTo>
                  <a:pt x="529" y="0"/>
                </a:lnTo>
                <a:lnTo>
                  <a:pt x="323" y="319"/>
                </a:lnTo>
                <a:lnTo>
                  <a:pt x="0" y="475"/>
                </a:lnTo>
                <a:lnTo>
                  <a:pt x="569" y="475"/>
                </a:lnTo>
                <a:lnTo>
                  <a:pt x="633" y="353"/>
                </a:lnTo>
                <a:lnTo>
                  <a:pt x="529" y="293"/>
                </a:lnTo>
                <a:close/>
              </a:path>
            </a:pathLst>
          </a:custGeom>
          <a:solidFill>
            <a:schemeClr val="tx1">
              <a:lumMod val="75000"/>
            </a:schemeClr>
          </a:solidFill>
          <a:ln>
            <a:noFill/>
          </a:ln>
        </p:spPr>
        <p:txBody>
          <a:bodyPr wrap="square">
            <a:normAutofit/>
          </a:bodyPr>
          <a:lstStyle/>
          <a:p>
            <a:endParaRPr lang="zh-CN" altLang="en-US" sz="1800"/>
          </a:p>
        </p:txBody>
      </p:sp>
      <p:sp>
        <p:nvSpPr>
          <p:cNvPr id="105" name="Freeform 25"/>
          <p:cNvSpPr/>
          <p:nvPr/>
        </p:nvSpPr>
        <p:spPr bwMode="auto">
          <a:xfrm>
            <a:off x="10914800" y="6005432"/>
            <a:ext cx="1277200" cy="852568"/>
          </a:xfrm>
          <a:custGeom>
            <a:avLst/>
            <a:gdLst>
              <a:gd name="T0" fmla="*/ 0 w 643"/>
              <a:gd name="T1" fmla="*/ 291 h 429"/>
              <a:gd name="T2" fmla="*/ 212 w 643"/>
              <a:gd name="T3" fmla="*/ 116 h 429"/>
              <a:gd name="T4" fmla="*/ 389 w 643"/>
              <a:gd name="T5" fmla="*/ 267 h 429"/>
              <a:gd name="T6" fmla="*/ 643 w 643"/>
              <a:gd name="T7" fmla="*/ 0 h 429"/>
              <a:gd name="T8" fmla="*/ 643 w 643"/>
              <a:gd name="T9" fmla="*/ 429 h 429"/>
              <a:gd name="T10" fmla="*/ 170 w 643"/>
              <a:gd name="T11" fmla="*/ 429 h 429"/>
              <a:gd name="T12" fmla="*/ 0 w 643"/>
              <a:gd name="T13" fmla="*/ 291 h 429"/>
            </a:gdLst>
            <a:ahLst/>
            <a:cxnLst>
              <a:cxn ang="0">
                <a:pos x="T0" y="T1"/>
              </a:cxn>
              <a:cxn ang="0">
                <a:pos x="T2" y="T3"/>
              </a:cxn>
              <a:cxn ang="0">
                <a:pos x="T4" y="T5"/>
              </a:cxn>
              <a:cxn ang="0">
                <a:pos x="T6" y="T7"/>
              </a:cxn>
              <a:cxn ang="0">
                <a:pos x="T8" y="T9"/>
              </a:cxn>
              <a:cxn ang="0">
                <a:pos x="T10" y="T11"/>
              </a:cxn>
              <a:cxn ang="0">
                <a:pos x="T12" y="T13"/>
              </a:cxn>
            </a:cxnLst>
            <a:rect l="0" t="0" r="r" b="b"/>
            <a:pathLst>
              <a:path w="643" h="429">
                <a:moveTo>
                  <a:pt x="0" y="291"/>
                </a:moveTo>
                <a:lnTo>
                  <a:pt x="212" y="116"/>
                </a:lnTo>
                <a:lnTo>
                  <a:pt x="389" y="267"/>
                </a:lnTo>
                <a:lnTo>
                  <a:pt x="643" y="0"/>
                </a:lnTo>
                <a:lnTo>
                  <a:pt x="643" y="429"/>
                </a:lnTo>
                <a:lnTo>
                  <a:pt x="170" y="429"/>
                </a:lnTo>
                <a:lnTo>
                  <a:pt x="0" y="291"/>
                </a:lnTo>
                <a:close/>
              </a:path>
            </a:pathLst>
          </a:custGeom>
          <a:solidFill>
            <a:schemeClr val="tx1">
              <a:lumMod val="75000"/>
            </a:schemeClr>
          </a:solidFill>
          <a:ln>
            <a:noFill/>
          </a:ln>
        </p:spPr>
        <p:txBody>
          <a:bodyPr wrap="square">
            <a:normAutofit/>
          </a:bodyPr>
          <a:lstStyle/>
          <a:p>
            <a:endParaRPr lang="zh-CN" altLang="en-US" sz="1800"/>
          </a:p>
        </p:txBody>
      </p:sp>
      <p:sp>
        <p:nvSpPr>
          <p:cNvPr id="106" name="Freeform 26"/>
          <p:cNvSpPr/>
          <p:nvPr/>
        </p:nvSpPr>
        <p:spPr bwMode="auto">
          <a:xfrm>
            <a:off x="781050" y="546099"/>
            <a:ext cx="1423664" cy="926549"/>
          </a:xfrm>
          <a:custGeom>
            <a:avLst/>
            <a:gdLst>
              <a:gd name="T0" fmla="*/ 63 w 305"/>
              <a:gd name="T1" fmla="*/ 198 h 198"/>
              <a:gd name="T2" fmla="*/ 236 w 305"/>
              <a:gd name="T3" fmla="*/ 198 h 198"/>
              <a:gd name="T4" fmla="*/ 296 w 305"/>
              <a:gd name="T5" fmla="*/ 118 h 198"/>
              <a:gd name="T6" fmla="*/ 192 w 305"/>
              <a:gd name="T7" fmla="*/ 60 h 198"/>
              <a:gd name="T8" fmla="*/ 117 w 305"/>
              <a:gd name="T9" fmla="*/ 11 h 198"/>
              <a:gd name="T10" fmla="*/ 57 w 305"/>
              <a:gd name="T11" fmla="*/ 78 h 198"/>
              <a:gd name="T12" fmla="*/ 0 w 305"/>
              <a:gd name="T13" fmla="*/ 144 h 198"/>
              <a:gd name="T14" fmla="*/ 63 w 305"/>
              <a:gd name="T15" fmla="*/ 198 h 1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5" h="198">
                <a:moveTo>
                  <a:pt x="63" y="198"/>
                </a:moveTo>
                <a:cubicBezTo>
                  <a:pt x="63" y="198"/>
                  <a:pt x="202" y="198"/>
                  <a:pt x="236" y="198"/>
                </a:cubicBezTo>
                <a:cubicBezTo>
                  <a:pt x="271" y="198"/>
                  <a:pt x="305" y="163"/>
                  <a:pt x="296" y="118"/>
                </a:cubicBezTo>
                <a:cubicBezTo>
                  <a:pt x="288" y="72"/>
                  <a:pt x="229" y="40"/>
                  <a:pt x="192" y="60"/>
                </a:cubicBezTo>
                <a:cubicBezTo>
                  <a:pt x="192" y="60"/>
                  <a:pt x="179" y="0"/>
                  <a:pt x="117" y="11"/>
                </a:cubicBezTo>
                <a:cubicBezTo>
                  <a:pt x="54" y="22"/>
                  <a:pt x="57" y="78"/>
                  <a:pt x="57" y="78"/>
                </a:cubicBezTo>
                <a:cubicBezTo>
                  <a:pt x="57" y="78"/>
                  <a:pt x="0" y="87"/>
                  <a:pt x="0" y="144"/>
                </a:cubicBezTo>
                <a:cubicBezTo>
                  <a:pt x="0" y="179"/>
                  <a:pt x="28" y="198"/>
                  <a:pt x="63" y="198"/>
                </a:cubicBezTo>
                <a:close/>
              </a:path>
            </a:pathLst>
          </a:custGeom>
          <a:solidFill>
            <a:schemeClr val="accent1"/>
          </a:solidFill>
          <a:ln>
            <a:noFill/>
          </a:ln>
        </p:spPr>
        <p:txBody>
          <a:bodyPr wrap="square">
            <a:normAutofit/>
          </a:bodyPr>
          <a:lstStyle/>
          <a:p>
            <a:endParaRPr lang="zh-CN" altLang="en-US" sz="1800"/>
          </a:p>
        </p:txBody>
      </p:sp>
      <p:sp>
        <p:nvSpPr>
          <p:cNvPr id="107" name="Freeform 27"/>
          <p:cNvSpPr/>
          <p:nvPr/>
        </p:nvSpPr>
        <p:spPr bwMode="auto">
          <a:xfrm>
            <a:off x="10770036" y="1643020"/>
            <a:ext cx="975560" cy="634814"/>
          </a:xfrm>
          <a:custGeom>
            <a:avLst/>
            <a:gdLst>
              <a:gd name="T0" fmla="*/ 43 w 209"/>
              <a:gd name="T1" fmla="*/ 136 h 136"/>
              <a:gd name="T2" fmla="*/ 162 w 209"/>
              <a:gd name="T3" fmla="*/ 136 h 136"/>
              <a:gd name="T4" fmla="*/ 203 w 209"/>
              <a:gd name="T5" fmla="*/ 81 h 136"/>
              <a:gd name="T6" fmla="*/ 132 w 209"/>
              <a:gd name="T7" fmla="*/ 41 h 136"/>
              <a:gd name="T8" fmla="*/ 80 w 209"/>
              <a:gd name="T9" fmla="*/ 7 h 136"/>
              <a:gd name="T10" fmla="*/ 39 w 209"/>
              <a:gd name="T11" fmla="*/ 53 h 136"/>
              <a:gd name="T12" fmla="*/ 0 w 209"/>
              <a:gd name="T13" fmla="*/ 98 h 136"/>
              <a:gd name="T14" fmla="*/ 43 w 209"/>
              <a:gd name="T15" fmla="*/ 136 h 1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9" h="136">
                <a:moveTo>
                  <a:pt x="43" y="136"/>
                </a:moveTo>
                <a:cubicBezTo>
                  <a:pt x="43" y="136"/>
                  <a:pt x="138" y="136"/>
                  <a:pt x="162" y="136"/>
                </a:cubicBezTo>
                <a:cubicBezTo>
                  <a:pt x="185" y="136"/>
                  <a:pt x="209" y="112"/>
                  <a:pt x="203" y="81"/>
                </a:cubicBezTo>
                <a:cubicBezTo>
                  <a:pt x="197" y="49"/>
                  <a:pt x="157" y="27"/>
                  <a:pt x="132" y="41"/>
                </a:cubicBezTo>
                <a:cubicBezTo>
                  <a:pt x="132" y="41"/>
                  <a:pt x="123" y="0"/>
                  <a:pt x="80" y="7"/>
                </a:cubicBezTo>
                <a:cubicBezTo>
                  <a:pt x="37" y="15"/>
                  <a:pt x="39" y="53"/>
                  <a:pt x="39" y="53"/>
                </a:cubicBezTo>
                <a:cubicBezTo>
                  <a:pt x="39" y="53"/>
                  <a:pt x="0" y="60"/>
                  <a:pt x="0" y="98"/>
                </a:cubicBezTo>
                <a:cubicBezTo>
                  <a:pt x="0" y="123"/>
                  <a:pt x="19" y="136"/>
                  <a:pt x="43" y="136"/>
                </a:cubicBezTo>
                <a:close/>
              </a:path>
            </a:pathLst>
          </a:custGeom>
          <a:solidFill>
            <a:schemeClr val="accent1"/>
          </a:solidFill>
          <a:ln>
            <a:noFill/>
          </a:ln>
        </p:spPr>
        <p:txBody>
          <a:bodyPr wrap="square">
            <a:normAutofit/>
          </a:bodyPr>
          <a:lstStyle/>
          <a:p>
            <a:endParaRPr lang="zh-CN" altLang="en-US" sz="1800"/>
          </a:p>
        </p:txBody>
      </p:sp>
      <p:sp>
        <p:nvSpPr>
          <p:cNvPr id="108" name="Freeform 28"/>
          <p:cNvSpPr/>
          <p:nvPr/>
        </p:nvSpPr>
        <p:spPr bwMode="auto">
          <a:xfrm>
            <a:off x="8578528" y="5006135"/>
            <a:ext cx="728169" cy="476111"/>
          </a:xfrm>
          <a:custGeom>
            <a:avLst/>
            <a:gdLst>
              <a:gd name="T0" fmla="*/ 32 w 156"/>
              <a:gd name="T1" fmla="*/ 102 h 102"/>
              <a:gd name="T2" fmla="*/ 121 w 156"/>
              <a:gd name="T3" fmla="*/ 102 h 102"/>
              <a:gd name="T4" fmla="*/ 152 w 156"/>
              <a:gd name="T5" fmla="*/ 60 h 102"/>
              <a:gd name="T6" fmla="*/ 98 w 156"/>
              <a:gd name="T7" fmla="*/ 31 h 102"/>
              <a:gd name="T8" fmla="*/ 60 w 156"/>
              <a:gd name="T9" fmla="*/ 6 h 102"/>
              <a:gd name="T10" fmla="*/ 29 w 156"/>
              <a:gd name="T11" fmla="*/ 40 h 102"/>
              <a:gd name="T12" fmla="*/ 0 w 156"/>
              <a:gd name="T13" fmla="*/ 74 h 102"/>
              <a:gd name="T14" fmla="*/ 32 w 156"/>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6" h="102">
                <a:moveTo>
                  <a:pt x="32" y="102"/>
                </a:moveTo>
                <a:cubicBezTo>
                  <a:pt x="32" y="102"/>
                  <a:pt x="104" y="102"/>
                  <a:pt x="121" y="102"/>
                </a:cubicBezTo>
                <a:cubicBezTo>
                  <a:pt x="139" y="102"/>
                  <a:pt x="156" y="84"/>
                  <a:pt x="152" y="60"/>
                </a:cubicBezTo>
                <a:cubicBezTo>
                  <a:pt x="147" y="37"/>
                  <a:pt x="117" y="21"/>
                  <a:pt x="98" y="31"/>
                </a:cubicBezTo>
                <a:cubicBezTo>
                  <a:pt x="98" y="31"/>
                  <a:pt x="92" y="0"/>
                  <a:pt x="60" y="6"/>
                </a:cubicBezTo>
                <a:cubicBezTo>
                  <a:pt x="28" y="11"/>
                  <a:pt x="29" y="40"/>
                  <a:pt x="29" y="40"/>
                </a:cubicBezTo>
                <a:cubicBezTo>
                  <a:pt x="29" y="40"/>
                  <a:pt x="0" y="45"/>
                  <a:pt x="0" y="74"/>
                </a:cubicBezTo>
                <a:cubicBezTo>
                  <a:pt x="0" y="92"/>
                  <a:pt x="14" y="102"/>
                  <a:pt x="32" y="102"/>
                </a:cubicBezTo>
                <a:close/>
              </a:path>
            </a:pathLst>
          </a:custGeom>
          <a:solidFill>
            <a:schemeClr val="accent1"/>
          </a:solidFill>
          <a:ln>
            <a:noFill/>
          </a:ln>
        </p:spPr>
        <p:txBody>
          <a:bodyPr wrap="square">
            <a:normAutofit/>
          </a:bodyPr>
          <a:lstStyle/>
          <a:p>
            <a:endParaRPr lang="zh-CN" altLang="en-US" sz="1800"/>
          </a:p>
        </p:txBody>
      </p:sp>
      <p:sp>
        <p:nvSpPr>
          <p:cNvPr id="109" name="Freeform 29"/>
          <p:cNvSpPr/>
          <p:nvPr/>
        </p:nvSpPr>
        <p:spPr bwMode="auto">
          <a:xfrm>
            <a:off x="10144558" y="5617611"/>
            <a:ext cx="455106" cy="296401"/>
          </a:xfrm>
          <a:custGeom>
            <a:avLst/>
            <a:gdLst>
              <a:gd name="T0" fmla="*/ 20 w 97"/>
              <a:gd name="T1" fmla="*/ 63 h 63"/>
              <a:gd name="T2" fmla="*/ 75 w 97"/>
              <a:gd name="T3" fmla="*/ 63 h 63"/>
              <a:gd name="T4" fmla="*/ 94 w 97"/>
              <a:gd name="T5" fmla="*/ 37 h 63"/>
              <a:gd name="T6" fmla="*/ 61 w 97"/>
              <a:gd name="T7" fmla="*/ 19 h 63"/>
              <a:gd name="T8" fmla="*/ 37 w 97"/>
              <a:gd name="T9" fmla="*/ 3 h 63"/>
              <a:gd name="T10" fmla="*/ 18 w 97"/>
              <a:gd name="T11" fmla="*/ 25 h 63"/>
              <a:gd name="T12" fmla="*/ 0 w 97"/>
              <a:gd name="T13" fmla="*/ 46 h 63"/>
              <a:gd name="T14" fmla="*/ 20 w 97"/>
              <a:gd name="T15" fmla="*/ 63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7" h="63">
                <a:moveTo>
                  <a:pt x="20" y="63"/>
                </a:moveTo>
                <a:cubicBezTo>
                  <a:pt x="20" y="63"/>
                  <a:pt x="64" y="63"/>
                  <a:pt x="75" y="63"/>
                </a:cubicBezTo>
                <a:cubicBezTo>
                  <a:pt x="86" y="63"/>
                  <a:pt x="97" y="52"/>
                  <a:pt x="94" y="37"/>
                </a:cubicBezTo>
                <a:cubicBezTo>
                  <a:pt x="92" y="23"/>
                  <a:pt x="73" y="13"/>
                  <a:pt x="61" y="19"/>
                </a:cubicBezTo>
                <a:cubicBezTo>
                  <a:pt x="61" y="19"/>
                  <a:pt x="57" y="0"/>
                  <a:pt x="37" y="3"/>
                </a:cubicBezTo>
                <a:cubicBezTo>
                  <a:pt x="17" y="7"/>
                  <a:pt x="18" y="25"/>
                  <a:pt x="18" y="25"/>
                </a:cubicBezTo>
                <a:cubicBezTo>
                  <a:pt x="18" y="25"/>
                  <a:pt x="0" y="28"/>
                  <a:pt x="0" y="46"/>
                </a:cubicBezTo>
                <a:cubicBezTo>
                  <a:pt x="0" y="57"/>
                  <a:pt x="8" y="63"/>
                  <a:pt x="20" y="63"/>
                </a:cubicBezTo>
                <a:close/>
              </a:path>
            </a:pathLst>
          </a:custGeom>
          <a:solidFill>
            <a:schemeClr val="accent1"/>
          </a:solidFill>
          <a:ln>
            <a:noFill/>
          </a:ln>
        </p:spPr>
        <p:txBody>
          <a:bodyPr wrap="square">
            <a:normAutofit fontScale="85000" lnSpcReduction="20000"/>
          </a:bodyPr>
          <a:lstStyle/>
          <a:p>
            <a:endParaRPr lang="zh-CN" altLang="en-US" sz="1800"/>
          </a:p>
        </p:txBody>
      </p:sp>
      <p:sp>
        <p:nvSpPr>
          <p:cNvPr id="110" name="Freeform 30"/>
          <p:cNvSpPr/>
          <p:nvPr/>
        </p:nvSpPr>
        <p:spPr bwMode="auto">
          <a:xfrm>
            <a:off x="2589804" y="5197513"/>
            <a:ext cx="578801" cy="378088"/>
          </a:xfrm>
          <a:custGeom>
            <a:avLst/>
            <a:gdLst>
              <a:gd name="T0" fmla="*/ 26 w 124"/>
              <a:gd name="T1" fmla="*/ 81 h 81"/>
              <a:gd name="T2" fmla="*/ 96 w 124"/>
              <a:gd name="T3" fmla="*/ 81 h 81"/>
              <a:gd name="T4" fmla="*/ 121 w 124"/>
              <a:gd name="T5" fmla="*/ 48 h 81"/>
              <a:gd name="T6" fmla="*/ 78 w 124"/>
              <a:gd name="T7" fmla="*/ 24 h 81"/>
              <a:gd name="T8" fmla="*/ 47 w 124"/>
              <a:gd name="T9" fmla="*/ 4 h 81"/>
              <a:gd name="T10" fmla="*/ 23 w 124"/>
              <a:gd name="T11" fmla="*/ 32 h 81"/>
              <a:gd name="T12" fmla="*/ 0 w 124"/>
              <a:gd name="T13" fmla="*/ 58 h 81"/>
              <a:gd name="T14" fmla="*/ 26 w 124"/>
              <a:gd name="T15" fmla="*/ 81 h 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81">
                <a:moveTo>
                  <a:pt x="26" y="81"/>
                </a:moveTo>
                <a:cubicBezTo>
                  <a:pt x="26" y="81"/>
                  <a:pt x="82" y="81"/>
                  <a:pt x="96" y="81"/>
                </a:cubicBezTo>
                <a:cubicBezTo>
                  <a:pt x="110" y="81"/>
                  <a:pt x="124" y="67"/>
                  <a:pt x="121" y="48"/>
                </a:cubicBezTo>
                <a:cubicBezTo>
                  <a:pt x="117" y="29"/>
                  <a:pt x="93" y="16"/>
                  <a:pt x="78" y="24"/>
                </a:cubicBezTo>
                <a:cubicBezTo>
                  <a:pt x="78" y="24"/>
                  <a:pt x="73" y="0"/>
                  <a:pt x="47" y="4"/>
                </a:cubicBezTo>
                <a:cubicBezTo>
                  <a:pt x="22" y="9"/>
                  <a:pt x="23" y="32"/>
                  <a:pt x="23" y="32"/>
                </a:cubicBezTo>
                <a:cubicBezTo>
                  <a:pt x="23" y="32"/>
                  <a:pt x="0" y="36"/>
                  <a:pt x="0" y="58"/>
                </a:cubicBezTo>
                <a:cubicBezTo>
                  <a:pt x="0" y="73"/>
                  <a:pt x="11" y="81"/>
                  <a:pt x="26" y="81"/>
                </a:cubicBezTo>
                <a:close/>
              </a:path>
            </a:pathLst>
          </a:custGeom>
          <a:solidFill>
            <a:schemeClr val="accent1"/>
          </a:solidFill>
          <a:ln>
            <a:noFill/>
          </a:ln>
        </p:spPr>
        <p:txBody>
          <a:bodyPr wrap="square">
            <a:normAutofit/>
          </a:bodyPr>
          <a:lstStyle/>
          <a:p>
            <a:endParaRPr lang="zh-CN" altLang="en-US" sz="1800"/>
          </a:p>
        </p:txBody>
      </p:sp>
      <p:sp>
        <p:nvSpPr>
          <p:cNvPr id="2" name="Title 1"/>
          <p:cNvSpPr>
            <a:spLocks noGrp="1"/>
          </p:cNvSpPr>
          <p:nvPr>
            <p:ph type="ctrTitle"/>
          </p:nvPr>
        </p:nvSpPr>
        <p:spPr>
          <a:xfrm>
            <a:off x="1863724" y="2033588"/>
            <a:ext cx="8464553" cy="1448712"/>
          </a:xfrm>
        </p:spPr>
        <p:txBody>
          <a:bodyPr wrap="square" anchor="ctr">
            <a:normAutofit/>
          </a:bodyPr>
          <a:lstStyle>
            <a:lvl1pPr algn="ctr">
              <a:lnSpc>
                <a:spcPct val="150000"/>
              </a:lnSpc>
              <a:defRPr sz="4400" b="1" i="0">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2170112" y="3548014"/>
            <a:ext cx="7851776" cy="893811"/>
          </a:xfrm>
        </p:spPr>
        <p:txBody>
          <a:bodyPr wrap="square">
            <a:normAutofit/>
          </a:bodyPr>
          <a:lstStyle>
            <a:lvl1pPr marL="0" indent="0" algn="ctr">
              <a:lnSpc>
                <a:spcPct val="15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4" name="Date Placeholder 3"/>
          <p:cNvSpPr>
            <a:spLocks noGrp="1"/>
          </p:cNvSpPr>
          <p:nvPr>
            <p:ph type="dt" sz="half" idx="10"/>
          </p:nvPr>
        </p:nvSpPr>
        <p:spPr/>
        <p:txBody>
          <a:bodyPr wrap="square">
            <a:normAutofit/>
          </a:bodyPr>
          <a:lstStyle>
            <a:lvl1pPr>
              <a:defRPr smtClean="0"/>
            </a:lvl1pPr>
          </a:lstStyle>
          <a:p>
            <a:fld id="{C9E60F58-3108-4415-857A-6D0360DF626E}" type="datetimeFigureOut">
              <a:rPr lang="zh-CN" altLang="en-US" smtClean="0"/>
              <a:t>2025/1/4</a:t>
            </a:fld>
            <a:endParaRPr lang="zh-CN" altLang="en-US"/>
          </a:p>
        </p:txBody>
      </p:sp>
      <p:sp>
        <p:nvSpPr>
          <p:cNvPr id="15" name="Footer Placeholder 4"/>
          <p:cNvSpPr>
            <a:spLocks noGrp="1"/>
          </p:cNvSpPr>
          <p:nvPr>
            <p:ph type="ftr" sz="quarter" idx="11"/>
          </p:nvPr>
        </p:nvSpPr>
        <p:spPr/>
        <p:txBody>
          <a:bodyPr wrap="square">
            <a:normAutofit/>
          </a:bodyPr>
          <a:lstStyle>
            <a:lvl1pPr>
              <a:defRPr/>
            </a:lvl1pPr>
          </a:lstStyle>
          <a:p>
            <a:endParaRPr lang="zh-CN" altLang="en-US"/>
          </a:p>
        </p:txBody>
      </p:sp>
      <p:sp>
        <p:nvSpPr>
          <p:cNvPr id="16" name="Slide Number Placeholder 5"/>
          <p:cNvSpPr>
            <a:spLocks noGrp="1"/>
          </p:cNvSpPr>
          <p:nvPr>
            <p:ph type="sldNum" sz="quarter" idx="12"/>
          </p:nvPr>
        </p:nvSpPr>
        <p:spPr/>
        <p:txBody>
          <a:bodyPr wrap="square">
            <a:normAutofit/>
          </a:bodyPr>
          <a:lstStyle>
            <a:lvl1pPr>
              <a:defRPr smtClean="0"/>
            </a:lvl1pPr>
          </a:lstStyle>
          <a:p>
            <a:fld id="{4AE85CE2-CEAD-46BB-861E-7D62265DC96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zh-CN" altLang="en-US"/>
              <a:t>单击此处编辑母版标题样式</a:t>
            </a:r>
            <a:endParaRPr lang="en-US" dirty="0"/>
          </a:p>
        </p:txBody>
      </p:sp>
      <p:sp>
        <p:nvSpPr>
          <p:cNvPr id="3" name="Content Placeholder 2"/>
          <p:cNvSpPr>
            <a:spLocks noGrp="1"/>
          </p:cNvSpPr>
          <p:nvPr>
            <p:ph idx="1"/>
          </p:nvPr>
        </p:nvSpPr>
        <p:spPr/>
        <p:txBody>
          <a:bodyPr wrap="square">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Date Placeholder 3"/>
          <p:cNvSpPr>
            <a:spLocks noGrp="1"/>
          </p:cNvSpPr>
          <p:nvPr>
            <p:ph type="dt" sz="half" idx="10"/>
          </p:nvPr>
        </p:nvSpPr>
        <p:spPr/>
        <p:txBody>
          <a:bodyPr wrap="square">
            <a:normAutofit/>
          </a:bodyPr>
          <a:lstStyle>
            <a:lvl1pPr>
              <a:defRPr/>
            </a:lvl1pPr>
          </a:lstStyle>
          <a:p>
            <a:fld id="{13D0CE79-49FB-443D-BEF8-6B709DE8FD0C}" type="datetimeFigureOut">
              <a:rPr lang="zh-CN" altLang="en-US" smtClean="0"/>
              <a:t>2025/1/4</a:t>
            </a:fld>
            <a:endParaRPr lang="zh-CN" altLang="en-US"/>
          </a:p>
        </p:txBody>
      </p:sp>
      <p:sp>
        <p:nvSpPr>
          <p:cNvPr id="5" name="Footer Placeholder 4"/>
          <p:cNvSpPr>
            <a:spLocks noGrp="1"/>
          </p:cNvSpPr>
          <p:nvPr>
            <p:ph type="ftr" sz="quarter" idx="11"/>
          </p:nvPr>
        </p:nvSpPr>
        <p:spPr/>
        <p:txBody>
          <a:bodyPr wrap="square">
            <a:normAutofit/>
          </a:bodyPr>
          <a:lstStyle>
            <a:lvl1pPr>
              <a:defRPr/>
            </a:lvl1pPr>
          </a:lstStyle>
          <a:p>
            <a:endParaRPr lang="zh-CN" altLang="en-US"/>
          </a:p>
        </p:txBody>
      </p:sp>
      <p:sp>
        <p:nvSpPr>
          <p:cNvPr id="6" name="Slide Number Placeholder 5"/>
          <p:cNvSpPr>
            <a:spLocks noGrp="1"/>
          </p:cNvSpPr>
          <p:nvPr>
            <p:ph type="sldNum" sz="quarter" idx="12"/>
          </p:nvPr>
        </p:nvSpPr>
        <p:spPr/>
        <p:txBody>
          <a:bodyPr wrap="square">
            <a:normAutofit/>
          </a:bodyPr>
          <a:lstStyle>
            <a:lvl1pPr>
              <a:defRPr/>
            </a:lvl1pPr>
          </a:lstStyle>
          <a:p>
            <a:fld id="{EF906490-237C-474C-BA2E-D98840BC1F8F}"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9" name="Rectangle 2"/>
          <p:cNvSpPr>
            <a:spLocks noChangeArrowheads="1"/>
          </p:cNvSpPr>
          <p:nvPr/>
        </p:nvSpPr>
        <p:spPr bwMode="auto">
          <a:xfrm>
            <a:off x="4945510" y="1797377"/>
            <a:ext cx="7241320" cy="3263246"/>
          </a:xfrm>
          <a:prstGeom prst="rect">
            <a:avLst/>
          </a:prstGeom>
          <a:solidFill>
            <a:schemeClr val="accent1"/>
          </a:solidFill>
          <a:ln>
            <a:noFill/>
          </a:ln>
          <a:effectLst/>
        </p:spPr>
        <p:txBody>
          <a:bodyPr wrap="square" anchor="ctr">
            <a:normAutofit/>
          </a:bodyPr>
          <a:lstStyle/>
          <a:p>
            <a:endParaRPr lang="zh-CN" altLang="en-US" sz="1800"/>
          </a:p>
        </p:txBody>
      </p:sp>
      <p:sp>
        <p:nvSpPr>
          <p:cNvPr id="10" name="Rectangle 3"/>
          <p:cNvSpPr>
            <a:spLocks noChangeArrowheads="1"/>
          </p:cNvSpPr>
          <p:nvPr/>
        </p:nvSpPr>
        <p:spPr bwMode="auto">
          <a:xfrm>
            <a:off x="5170" y="1797377"/>
            <a:ext cx="4940340" cy="3263246"/>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p>
            <a:endParaRPr lang="zh-CN" altLang="en-US" sz="1800"/>
          </a:p>
        </p:txBody>
      </p:sp>
      <p:sp>
        <p:nvSpPr>
          <p:cNvPr id="11" name="Rectangle 4"/>
          <p:cNvSpPr>
            <a:spLocks noChangeArrowheads="1"/>
          </p:cNvSpPr>
          <p:nvPr/>
        </p:nvSpPr>
        <p:spPr bwMode="auto">
          <a:xfrm>
            <a:off x="5170" y="1797377"/>
            <a:ext cx="4974178" cy="3263246"/>
          </a:xfrm>
          <a:prstGeom prst="rect">
            <a:avLst/>
          </a:prstGeom>
          <a:solidFill>
            <a:schemeClr val="tx1">
              <a:alpha val="90000"/>
            </a:schemeClr>
          </a:solidFill>
          <a:ln>
            <a:noFill/>
          </a:ln>
          <a:effectLst/>
        </p:spPr>
        <p:txBody>
          <a:bodyPr wrap="square" anchor="ctr">
            <a:normAutofit/>
          </a:bodyPr>
          <a:lstStyle/>
          <a:p>
            <a:endParaRPr lang="zh-CN" altLang="en-US" sz="1800"/>
          </a:p>
        </p:txBody>
      </p:sp>
      <p:sp>
        <p:nvSpPr>
          <p:cNvPr id="12" name="Freeform 5"/>
          <p:cNvSpPr/>
          <p:nvPr/>
        </p:nvSpPr>
        <p:spPr bwMode="auto">
          <a:xfrm>
            <a:off x="1298400" y="2722036"/>
            <a:ext cx="539163" cy="594179"/>
          </a:xfrm>
          <a:custGeom>
            <a:avLst/>
            <a:gdLst>
              <a:gd name="T0" fmla="*/ 0 w 235"/>
              <a:gd name="T1" fmla="*/ 86 h 262"/>
              <a:gd name="T2" fmla="*/ 20 w 235"/>
              <a:gd name="T3" fmla="*/ 52 h 262"/>
              <a:gd name="T4" fmla="*/ 97 w 235"/>
              <a:gd name="T5" fmla="*/ 7 h 262"/>
              <a:gd name="T6" fmla="*/ 137 w 235"/>
              <a:gd name="T7" fmla="*/ 7 h 262"/>
              <a:gd name="T8" fmla="*/ 215 w 235"/>
              <a:gd name="T9" fmla="*/ 52 h 262"/>
              <a:gd name="T10" fmla="*/ 235 w 235"/>
              <a:gd name="T11" fmla="*/ 86 h 262"/>
              <a:gd name="T12" fmla="*/ 235 w 235"/>
              <a:gd name="T13" fmla="*/ 176 h 262"/>
              <a:gd name="T14" fmla="*/ 215 w 235"/>
              <a:gd name="T15" fmla="*/ 211 h 262"/>
              <a:gd name="T16" fmla="*/ 137 w 235"/>
              <a:gd name="T17" fmla="*/ 255 h 262"/>
              <a:gd name="T18" fmla="*/ 97 w 235"/>
              <a:gd name="T19" fmla="*/ 255 h 262"/>
              <a:gd name="T20" fmla="*/ 20 w 235"/>
              <a:gd name="T21" fmla="*/ 211 h 262"/>
              <a:gd name="T22" fmla="*/ 0 w 235"/>
              <a:gd name="T23" fmla="*/ 176 h 262"/>
              <a:gd name="T24" fmla="*/ 0 w 235"/>
              <a:gd name="T25" fmla="*/ 86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5" h="262">
                <a:moveTo>
                  <a:pt x="0" y="86"/>
                </a:moveTo>
                <a:cubicBezTo>
                  <a:pt x="0" y="74"/>
                  <a:pt x="9" y="58"/>
                  <a:pt x="20" y="52"/>
                </a:cubicBezTo>
                <a:cubicBezTo>
                  <a:pt x="97" y="7"/>
                  <a:pt x="97" y="7"/>
                  <a:pt x="97" y="7"/>
                </a:cubicBezTo>
                <a:cubicBezTo>
                  <a:pt x="108" y="0"/>
                  <a:pt x="126" y="0"/>
                  <a:pt x="137" y="7"/>
                </a:cubicBezTo>
                <a:cubicBezTo>
                  <a:pt x="215" y="52"/>
                  <a:pt x="215" y="52"/>
                  <a:pt x="215" y="52"/>
                </a:cubicBezTo>
                <a:cubicBezTo>
                  <a:pt x="226" y="58"/>
                  <a:pt x="235" y="74"/>
                  <a:pt x="235" y="86"/>
                </a:cubicBezTo>
                <a:cubicBezTo>
                  <a:pt x="235" y="176"/>
                  <a:pt x="235" y="176"/>
                  <a:pt x="235" y="176"/>
                </a:cubicBezTo>
                <a:cubicBezTo>
                  <a:pt x="235" y="189"/>
                  <a:pt x="226" y="204"/>
                  <a:pt x="215" y="211"/>
                </a:cubicBezTo>
                <a:cubicBezTo>
                  <a:pt x="137" y="255"/>
                  <a:pt x="137" y="255"/>
                  <a:pt x="137" y="255"/>
                </a:cubicBezTo>
                <a:cubicBezTo>
                  <a:pt x="126" y="262"/>
                  <a:pt x="108" y="262"/>
                  <a:pt x="97" y="255"/>
                </a:cubicBezTo>
                <a:cubicBezTo>
                  <a:pt x="20" y="211"/>
                  <a:pt x="20" y="211"/>
                  <a:pt x="20" y="211"/>
                </a:cubicBezTo>
                <a:cubicBezTo>
                  <a:pt x="9" y="204"/>
                  <a:pt x="0" y="189"/>
                  <a:pt x="0" y="176"/>
                </a:cubicBezTo>
                <a:lnTo>
                  <a:pt x="0" y="86"/>
                </a:lnTo>
                <a:close/>
              </a:path>
            </a:pathLst>
          </a:custGeom>
          <a:solidFill>
            <a:schemeClr val="accent5"/>
          </a:solidFill>
          <a:ln>
            <a:noFill/>
          </a:ln>
        </p:spPr>
        <p:txBody>
          <a:bodyPr wrap="square">
            <a:normAutofit/>
          </a:bodyPr>
          <a:lstStyle/>
          <a:p>
            <a:endParaRPr lang="zh-CN" altLang="en-US" sz="1800"/>
          </a:p>
        </p:txBody>
      </p:sp>
      <p:sp>
        <p:nvSpPr>
          <p:cNvPr id="13" name="Freeform 9"/>
          <p:cNvSpPr/>
          <p:nvPr/>
        </p:nvSpPr>
        <p:spPr bwMode="auto">
          <a:xfrm>
            <a:off x="2943396" y="3429001"/>
            <a:ext cx="742723" cy="819747"/>
          </a:xfrm>
          <a:custGeom>
            <a:avLst/>
            <a:gdLst>
              <a:gd name="T0" fmla="*/ 0 w 235"/>
              <a:gd name="T1" fmla="*/ 86 h 262"/>
              <a:gd name="T2" fmla="*/ 20 w 235"/>
              <a:gd name="T3" fmla="*/ 52 h 262"/>
              <a:gd name="T4" fmla="*/ 97 w 235"/>
              <a:gd name="T5" fmla="*/ 7 h 262"/>
              <a:gd name="T6" fmla="*/ 137 w 235"/>
              <a:gd name="T7" fmla="*/ 7 h 262"/>
              <a:gd name="T8" fmla="*/ 215 w 235"/>
              <a:gd name="T9" fmla="*/ 52 h 262"/>
              <a:gd name="T10" fmla="*/ 235 w 235"/>
              <a:gd name="T11" fmla="*/ 86 h 262"/>
              <a:gd name="T12" fmla="*/ 235 w 235"/>
              <a:gd name="T13" fmla="*/ 176 h 262"/>
              <a:gd name="T14" fmla="*/ 215 w 235"/>
              <a:gd name="T15" fmla="*/ 211 h 262"/>
              <a:gd name="T16" fmla="*/ 137 w 235"/>
              <a:gd name="T17" fmla="*/ 255 h 262"/>
              <a:gd name="T18" fmla="*/ 97 w 235"/>
              <a:gd name="T19" fmla="*/ 255 h 262"/>
              <a:gd name="T20" fmla="*/ 20 w 235"/>
              <a:gd name="T21" fmla="*/ 211 h 262"/>
              <a:gd name="T22" fmla="*/ 0 w 235"/>
              <a:gd name="T23" fmla="*/ 176 h 262"/>
              <a:gd name="T24" fmla="*/ 0 w 235"/>
              <a:gd name="T25" fmla="*/ 86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5" h="262">
                <a:moveTo>
                  <a:pt x="0" y="86"/>
                </a:moveTo>
                <a:cubicBezTo>
                  <a:pt x="0" y="74"/>
                  <a:pt x="9" y="58"/>
                  <a:pt x="20" y="52"/>
                </a:cubicBezTo>
                <a:cubicBezTo>
                  <a:pt x="97" y="7"/>
                  <a:pt x="97" y="7"/>
                  <a:pt x="97" y="7"/>
                </a:cubicBezTo>
                <a:cubicBezTo>
                  <a:pt x="108" y="0"/>
                  <a:pt x="126" y="0"/>
                  <a:pt x="137" y="7"/>
                </a:cubicBezTo>
                <a:cubicBezTo>
                  <a:pt x="215" y="52"/>
                  <a:pt x="215" y="52"/>
                  <a:pt x="215" y="52"/>
                </a:cubicBezTo>
                <a:cubicBezTo>
                  <a:pt x="226" y="58"/>
                  <a:pt x="235" y="74"/>
                  <a:pt x="235" y="86"/>
                </a:cubicBezTo>
                <a:cubicBezTo>
                  <a:pt x="235" y="176"/>
                  <a:pt x="235" y="176"/>
                  <a:pt x="235" y="176"/>
                </a:cubicBezTo>
                <a:cubicBezTo>
                  <a:pt x="235" y="189"/>
                  <a:pt x="226" y="204"/>
                  <a:pt x="215" y="211"/>
                </a:cubicBezTo>
                <a:cubicBezTo>
                  <a:pt x="137" y="255"/>
                  <a:pt x="137" y="255"/>
                  <a:pt x="137" y="255"/>
                </a:cubicBezTo>
                <a:cubicBezTo>
                  <a:pt x="126" y="262"/>
                  <a:pt x="108" y="262"/>
                  <a:pt x="97" y="255"/>
                </a:cubicBezTo>
                <a:cubicBezTo>
                  <a:pt x="20" y="211"/>
                  <a:pt x="20" y="211"/>
                  <a:pt x="20" y="211"/>
                </a:cubicBezTo>
                <a:cubicBezTo>
                  <a:pt x="9" y="204"/>
                  <a:pt x="0" y="189"/>
                  <a:pt x="0" y="176"/>
                </a:cubicBezTo>
                <a:lnTo>
                  <a:pt x="0" y="86"/>
                </a:lnTo>
                <a:close/>
              </a:path>
            </a:pathLst>
          </a:custGeom>
          <a:solidFill>
            <a:schemeClr val="accent5"/>
          </a:solidFill>
          <a:ln>
            <a:noFill/>
          </a:ln>
        </p:spPr>
        <p:txBody>
          <a:bodyPr wrap="square">
            <a:normAutofit/>
          </a:bodyPr>
          <a:lstStyle/>
          <a:p>
            <a:endParaRPr lang="zh-CN" altLang="en-US" sz="1800"/>
          </a:p>
        </p:txBody>
      </p:sp>
      <p:grpSp>
        <p:nvGrpSpPr>
          <p:cNvPr id="14" name="Group 10"/>
          <p:cNvGrpSpPr/>
          <p:nvPr/>
        </p:nvGrpSpPr>
        <p:grpSpPr bwMode="auto">
          <a:xfrm>
            <a:off x="3149707" y="3682077"/>
            <a:ext cx="324598" cy="319096"/>
            <a:chOff x="0" y="0"/>
            <a:chExt cx="133" cy="132"/>
          </a:xfrm>
          <a:solidFill>
            <a:schemeClr val="bg1"/>
          </a:solidFill>
        </p:grpSpPr>
        <p:sp>
          <p:nvSpPr>
            <p:cNvPr id="15" name="Freeform 11"/>
            <p:cNvSpPr/>
            <p:nvPr/>
          </p:nvSpPr>
          <p:spPr bwMode="auto">
            <a:xfrm>
              <a:off x="31" y="90"/>
              <a:ext cx="69" cy="42"/>
            </a:xfrm>
            <a:custGeom>
              <a:avLst/>
              <a:gdLst>
                <a:gd name="T0" fmla="*/ 65 w 69"/>
                <a:gd name="T1" fmla="*/ 11 h 42"/>
                <a:gd name="T2" fmla="*/ 65 w 69"/>
                <a:gd name="T3" fmla="*/ 0 h 42"/>
                <a:gd name="T4" fmla="*/ 5 w 69"/>
                <a:gd name="T5" fmla="*/ 0 h 42"/>
                <a:gd name="T6" fmla="*/ 5 w 69"/>
                <a:gd name="T7" fmla="*/ 11 h 42"/>
                <a:gd name="T8" fmla="*/ 22 w 69"/>
                <a:gd name="T9" fmla="*/ 11 h 42"/>
                <a:gd name="T10" fmla="*/ 0 w 69"/>
                <a:gd name="T11" fmla="*/ 34 h 42"/>
                <a:gd name="T12" fmla="*/ 8 w 69"/>
                <a:gd name="T13" fmla="*/ 42 h 42"/>
                <a:gd name="T14" fmla="*/ 34 w 69"/>
                <a:gd name="T15" fmla="*/ 14 h 42"/>
                <a:gd name="T16" fmla="*/ 62 w 69"/>
                <a:gd name="T17" fmla="*/ 42 h 42"/>
                <a:gd name="T18" fmla="*/ 69 w 69"/>
                <a:gd name="T19" fmla="*/ 34 h 42"/>
                <a:gd name="T20" fmla="*/ 48 w 69"/>
                <a:gd name="T21" fmla="*/ 11 h 42"/>
                <a:gd name="T22" fmla="*/ 65 w 69"/>
                <a:gd name="T23"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9" h="42">
                  <a:moveTo>
                    <a:pt x="65" y="11"/>
                  </a:moveTo>
                  <a:lnTo>
                    <a:pt x="65" y="0"/>
                  </a:lnTo>
                  <a:lnTo>
                    <a:pt x="5" y="0"/>
                  </a:lnTo>
                  <a:lnTo>
                    <a:pt x="5" y="11"/>
                  </a:lnTo>
                  <a:lnTo>
                    <a:pt x="22" y="11"/>
                  </a:lnTo>
                  <a:lnTo>
                    <a:pt x="0" y="34"/>
                  </a:lnTo>
                  <a:lnTo>
                    <a:pt x="8" y="42"/>
                  </a:lnTo>
                  <a:lnTo>
                    <a:pt x="34" y="14"/>
                  </a:lnTo>
                  <a:lnTo>
                    <a:pt x="62" y="42"/>
                  </a:lnTo>
                  <a:lnTo>
                    <a:pt x="69" y="34"/>
                  </a:lnTo>
                  <a:lnTo>
                    <a:pt x="48" y="11"/>
                  </a:lnTo>
                  <a:lnTo>
                    <a:pt x="65"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wrap="square">
              <a:normAutofit fontScale="25000" lnSpcReduction="20000"/>
            </a:bodyPr>
            <a:lstStyle/>
            <a:p>
              <a:endParaRPr lang="zh-CN" altLang="en-US" sz="1800"/>
            </a:p>
          </p:txBody>
        </p:sp>
        <p:sp>
          <p:nvSpPr>
            <p:cNvPr id="16" name="Freeform 12"/>
            <p:cNvSpPr/>
            <p:nvPr/>
          </p:nvSpPr>
          <p:spPr bwMode="auto">
            <a:xfrm>
              <a:off x="0" y="0"/>
              <a:ext cx="133" cy="85"/>
            </a:xfrm>
            <a:custGeom>
              <a:avLst/>
              <a:gdLst>
                <a:gd name="T0" fmla="*/ 133 w 133"/>
                <a:gd name="T1" fmla="*/ 0 h 85"/>
                <a:gd name="T2" fmla="*/ 119 w 133"/>
                <a:gd name="T3" fmla="*/ 0 h 85"/>
                <a:gd name="T4" fmla="*/ 13 w 133"/>
                <a:gd name="T5" fmla="*/ 0 h 85"/>
                <a:gd name="T6" fmla="*/ 0 w 133"/>
                <a:gd name="T7" fmla="*/ 0 h 85"/>
                <a:gd name="T8" fmla="*/ 0 w 133"/>
                <a:gd name="T9" fmla="*/ 11 h 85"/>
                <a:gd name="T10" fmla="*/ 13 w 133"/>
                <a:gd name="T11" fmla="*/ 11 h 85"/>
                <a:gd name="T12" fmla="*/ 13 w 133"/>
                <a:gd name="T13" fmla="*/ 85 h 85"/>
                <a:gd name="T14" fmla="*/ 49 w 133"/>
                <a:gd name="T15" fmla="*/ 57 h 85"/>
                <a:gd name="T16" fmla="*/ 59 w 133"/>
                <a:gd name="T17" fmla="*/ 73 h 85"/>
                <a:gd name="T18" fmla="*/ 95 w 133"/>
                <a:gd name="T19" fmla="*/ 49 h 85"/>
                <a:gd name="T20" fmla="*/ 89 w 133"/>
                <a:gd name="T21" fmla="*/ 39 h 85"/>
                <a:gd name="T22" fmla="*/ 63 w 133"/>
                <a:gd name="T23" fmla="*/ 57 h 85"/>
                <a:gd name="T24" fmla="*/ 53 w 133"/>
                <a:gd name="T25" fmla="*/ 39 h 85"/>
                <a:gd name="T26" fmla="*/ 24 w 133"/>
                <a:gd name="T27" fmla="*/ 62 h 85"/>
                <a:gd name="T28" fmla="*/ 24 w 133"/>
                <a:gd name="T29" fmla="*/ 11 h 85"/>
                <a:gd name="T30" fmla="*/ 108 w 133"/>
                <a:gd name="T31" fmla="*/ 11 h 85"/>
                <a:gd name="T32" fmla="*/ 108 w 133"/>
                <a:gd name="T33" fmla="*/ 73 h 85"/>
                <a:gd name="T34" fmla="*/ 119 w 133"/>
                <a:gd name="T35" fmla="*/ 73 h 85"/>
                <a:gd name="T36" fmla="*/ 119 w 133"/>
                <a:gd name="T37" fmla="*/ 11 h 85"/>
                <a:gd name="T38" fmla="*/ 133 w 133"/>
                <a:gd name="T39" fmla="*/ 11 h 85"/>
                <a:gd name="T40" fmla="*/ 133 w 133"/>
                <a:gd name="T41"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3" h="85">
                  <a:moveTo>
                    <a:pt x="133" y="0"/>
                  </a:moveTo>
                  <a:lnTo>
                    <a:pt x="119" y="0"/>
                  </a:lnTo>
                  <a:lnTo>
                    <a:pt x="13" y="0"/>
                  </a:lnTo>
                  <a:lnTo>
                    <a:pt x="0" y="0"/>
                  </a:lnTo>
                  <a:lnTo>
                    <a:pt x="0" y="11"/>
                  </a:lnTo>
                  <a:lnTo>
                    <a:pt x="13" y="11"/>
                  </a:lnTo>
                  <a:lnTo>
                    <a:pt x="13" y="85"/>
                  </a:lnTo>
                  <a:lnTo>
                    <a:pt x="49" y="57"/>
                  </a:lnTo>
                  <a:lnTo>
                    <a:pt x="59" y="73"/>
                  </a:lnTo>
                  <a:lnTo>
                    <a:pt x="95" y="49"/>
                  </a:lnTo>
                  <a:lnTo>
                    <a:pt x="89" y="39"/>
                  </a:lnTo>
                  <a:lnTo>
                    <a:pt x="63" y="57"/>
                  </a:lnTo>
                  <a:lnTo>
                    <a:pt x="53" y="39"/>
                  </a:lnTo>
                  <a:lnTo>
                    <a:pt x="24" y="62"/>
                  </a:lnTo>
                  <a:lnTo>
                    <a:pt x="24" y="11"/>
                  </a:lnTo>
                  <a:lnTo>
                    <a:pt x="108" y="11"/>
                  </a:lnTo>
                  <a:lnTo>
                    <a:pt x="108" y="73"/>
                  </a:lnTo>
                  <a:lnTo>
                    <a:pt x="119" y="73"/>
                  </a:lnTo>
                  <a:lnTo>
                    <a:pt x="119" y="11"/>
                  </a:lnTo>
                  <a:lnTo>
                    <a:pt x="133" y="11"/>
                  </a:lnTo>
                  <a:lnTo>
                    <a:pt x="1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wrap="square">
              <a:normAutofit fontScale="47500" lnSpcReduction="20000"/>
            </a:bodyPr>
            <a:lstStyle/>
            <a:p>
              <a:endParaRPr lang="zh-CN" altLang="en-US" sz="1800"/>
            </a:p>
          </p:txBody>
        </p:sp>
      </p:grpSp>
      <p:sp>
        <p:nvSpPr>
          <p:cNvPr id="2" name="Title 1"/>
          <p:cNvSpPr>
            <a:spLocks noGrp="1"/>
          </p:cNvSpPr>
          <p:nvPr>
            <p:ph type="title"/>
          </p:nvPr>
        </p:nvSpPr>
        <p:spPr>
          <a:xfrm>
            <a:off x="5522400" y="2449760"/>
            <a:ext cx="4834800" cy="604800"/>
          </a:xfrm>
        </p:spPr>
        <p:txBody>
          <a:bodyPr wrap="square" anchor="ctr">
            <a:normAutofit/>
          </a:bodyPr>
          <a:lstStyle>
            <a:lvl1pPr algn="l">
              <a:lnSpc>
                <a:spcPct val="150000"/>
              </a:lnSpc>
              <a:defRPr sz="2000" b="1">
                <a:solidFill>
                  <a:schemeClr val="bg1"/>
                </a:solidFill>
              </a:defRPr>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5522400" y="3054560"/>
            <a:ext cx="5673600" cy="1815152"/>
          </a:xfrm>
        </p:spPr>
        <p:txBody>
          <a:bodyPr wrap="square">
            <a:normAutofit/>
          </a:bodyPr>
          <a:lstStyle>
            <a:lvl1pPr marL="0" indent="0" algn="l">
              <a:lnSpc>
                <a:spcPct val="150000"/>
              </a:lnSpc>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6" name="Date Placeholder 3"/>
          <p:cNvSpPr>
            <a:spLocks noGrp="1"/>
          </p:cNvSpPr>
          <p:nvPr>
            <p:ph type="dt" sz="half" idx="10"/>
          </p:nvPr>
        </p:nvSpPr>
        <p:spPr/>
        <p:txBody>
          <a:bodyPr wrap="square">
            <a:normAutofit/>
          </a:bodyPr>
          <a:lstStyle>
            <a:lvl1pPr>
              <a:defRPr smtClean="0"/>
            </a:lvl1pPr>
          </a:lstStyle>
          <a:p>
            <a:fld id="{13D0CE79-49FB-443D-BEF8-6B709DE8FD0C}" type="datetimeFigureOut">
              <a:rPr lang="zh-CN" altLang="en-US" smtClean="0"/>
              <a:t>2025/1/4</a:t>
            </a:fld>
            <a:endParaRPr lang="zh-CN" altLang="en-US"/>
          </a:p>
        </p:txBody>
      </p:sp>
      <p:sp>
        <p:nvSpPr>
          <p:cNvPr id="7" name="Footer Placeholder 4"/>
          <p:cNvSpPr>
            <a:spLocks noGrp="1"/>
          </p:cNvSpPr>
          <p:nvPr>
            <p:ph type="ftr" sz="quarter" idx="11"/>
          </p:nvPr>
        </p:nvSpPr>
        <p:spPr/>
        <p:txBody>
          <a:bodyPr wrap="square">
            <a:normAutofit/>
          </a:bodyPr>
          <a:lstStyle>
            <a:lvl1pPr>
              <a:defRPr/>
            </a:lvl1pPr>
          </a:lstStyle>
          <a:p>
            <a:endParaRPr lang="zh-CN" altLang="en-US"/>
          </a:p>
        </p:txBody>
      </p:sp>
      <p:sp>
        <p:nvSpPr>
          <p:cNvPr id="8" name="Slide Number Placeholder 5"/>
          <p:cNvSpPr>
            <a:spLocks noGrp="1"/>
          </p:cNvSpPr>
          <p:nvPr>
            <p:ph type="sldNum" sz="quarter" idx="12"/>
          </p:nvPr>
        </p:nvSpPr>
        <p:spPr/>
        <p:txBody>
          <a:bodyPr wrap="square">
            <a:normAutofit/>
          </a:bodyPr>
          <a:lstStyle>
            <a:lvl1pPr>
              <a:defRPr smtClean="0"/>
            </a:lvl1pPr>
          </a:lstStyle>
          <a:p>
            <a:fld id="{EF906490-237C-474C-BA2E-D98840BC1F8F}"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wrap="square">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Content Placeholder 3"/>
          <p:cNvSpPr>
            <a:spLocks noGrp="1"/>
          </p:cNvSpPr>
          <p:nvPr>
            <p:ph sz="half" idx="2"/>
          </p:nvPr>
        </p:nvSpPr>
        <p:spPr>
          <a:xfrm>
            <a:off x="6172200" y="1825625"/>
            <a:ext cx="5181600" cy="4351338"/>
          </a:xfrm>
        </p:spPr>
        <p:txBody>
          <a:bodyPr wrap="square">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wrap="square">
            <a:normAutofit/>
          </a:bodyPr>
          <a:lstStyle>
            <a:lvl1pPr>
              <a:defRPr/>
            </a:lvl1pPr>
          </a:lstStyle>
          <a:p>
            <a:fld id="{13D0CE79-49FB-443D-BEF8-6B709DE8FD0C}" type="datetimeFigureOut">
              <a:rPr lang="zh-CN" altLang="en-US" smtClean="0"/>
              <a:t>2025/1/4</a:t>
            </a:fld>
            <a:endParaRPr lang="zh-CN" altLang="en-US"/>
          </a:p>
        </p:txBody>
      </p:sp>
      <p:sp>
        <p:nvSpPr>
          <p:cNvPr id="6" name="Footer Placeholder 4"/>
          <p:cNvSpPr>
            <a:spLocks noGrp="1"/>
          </p:cNvSpPr>
          <p:nvPr>
            <p:ph type="ftr" sz="quarter" idx="11"/>
          </p:nvPr>
        </p:nvSpPr>
        <p:spPr/>
        <p:txBody>
          <a:bodyPr wrap="square">
            <a:normAutofit/>
          </a:bodyPr>
          <a:lstStyle>
            <a:lvl1pPr>
              <a:defRPr/>
            </a:lvl1pPr>
          </a:lstStyle>
          <a:p>
            <a:endParaRPr lang="zh-CN" altLang="en-US"/>
          </a:p>
        </p:txBody>
      </p:sp>
      <p:sp>
        <p:nvSpPr>
          <p:cNvPr id="7" name="Slide Number Placeholder 5"/>
          <p:cNvSpPr>
            <a:spLocks noGrp="1"/>
          </p:cNvSpPr>
          <p:nvPr>
            <p:ph type="sldNum" sz="quarter" idx="12"/>
          </p:nvPr>
        </p:nvSpPr>
        <p:spPr/>
        <p:txBody>
          <a:bodyPr wrap="square">
            <a:normAutofit/>
          </a:bodyPr>
          <a:lstStyle>
            <a:lvl1pPr>
              <a:defRPr/>
            </a:lvl1pPr>
          </a:lstStyle>
          <a:p>
            <a:fld id="{EF906490-237C-474C-BA2E-D98840BC1F8F}"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2170800" y="514800"/>
            <a:ext cx="7426800" cy="601200"/>
          </a:xfrm>
        </p:spPr>
        <p:txBody>
          <a:bodyPr wrap="square">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9" y="2505075"/>
            <a:ext cx="5157787" cy="3684588"/>
          </a:xfrm>
        </p:spPr>
        <p:txBody>
          <a:bodyPr wrap="square">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1" y="1681163"/>
            <a:ext cx="5183188" cy="823912"/>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1" y="2505075"/>
            <a:ext cx="5183188" cy="3684588"/>
          </a:xfrm>
        </p:spPr>
        <p:txBody>
          <a:bodyPr wrap="square">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wrap="square">
            <a:normAutofit/>
          </a:bodyPr>
          <a:lstStyle>
            <a:lvl1pPr>
              <a:defRPr/>
            </a:lvl1pPr>
          </a:lstStyle>
          <a:p>
            <a:fld id="{C9E60F58-3108-4415-857A-6D0360DF626E}" type="datetimeFigureOut">
              <a:rPr lang="zh-CN" altLang="en-US" smtClean="0"/>
              <a:t>2025/1/4</a:t>
            </a:fld>
            <a:endParaRPr lang="zh-CN" altLang="en-US"/>
          </a:p>
        </p:txBody>
      </p:sp>
      <p:sp>
        <p:nvSpPr>
          <p:cNvPr id="8" name="Footer Placeholder 4"/>
          <p:cNvSpPr>
            <a:spLocks noGrp="1"/>
          </p:cNvSpPr>
          <p:nvPr>
            <p:ph type="ftr" sz="quarter" idx="11"/>
          </p:nvPr>
        </p:nvSpPr>
        <p:spPr/>
        <p:txBody>
          <a:bodyPr wrap="square">
            <a:normAutofit/>
          </a:bodyPr>
          <a:lstStyle>
            <a:lvl1pPr>
              <a:defRPr/>
            </a:lvl1pPr>
          </a:lstStyle>
          <a:p>
            <a:endParaRPr lang="zh-CN" altLang="en-US"/>
          </a:p>
        </p:txBody>
      </p:sp>
      <p:sp>
        <p:nvSpPr>
          <p:cNvPr id="9" name="Slide Number Placeholder 5"/>
          <p:cNvSpPr>
            <a:spLocks noGrp="1"/>
          </p:cNvSpPr>
          <p:nvPr>
            <p:ph type="sldNum" sz="quarter" idx="12"/>
          </p:nvPr>
        </p:nvSpPr>
        <p:spPr/>
        <p:txBody>
          <a:bodyPr wrap="square">
            <a:normAutofit/>
          </a:bodyPr>
          <a:lstStyle>
            <a:lvl1pPr>
              <a:defRPr/>
            </a:lvl1pPr>
          </a:lstStyle>
          <a:p>
            <a:fld id="{4AE85CE2-CEAD-46BB-861E-7D62265DC96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sp>
        <p:nvSpPr>
          <p:cNvPr id="36" name="Freeform 3"/>
          <p:cNvSpPr/>
          <p:nvPr/>
        </p:nvSpPr>
        <p:spPr bwMode="auto">
          <a:xfrm>
            <a:off x="6044356" y="4993876"/>
            <a:ext cx="401236" cy="413367"/>
          </a:xfrm>
          <a:custGeom>
            <a:avLst/>
            <a:gdLst>
              <a:gd name="T0" fmla="*/ 202 w 202"/>
              <a:gd name="T1" fmla="*/ 208 h 208"/>
              <a:gd name="T2" fmla="*/ 0 w 202"/>
              <a:gd name="T3" fmla="*/ 208 h 208"/>
              <a:gd name="T4" fmla="*/ 0 w 202"/>
              <a:gd name="T5" fmla="*/ 0 h 208"/>
              <a:gd name="T6" fmla="*/ 202 w 202"/>
              <a:gd name="T7" fmla="*/ 0 h 208"/>
              <a:gd name="T8" fmla="*/ 160 w 202"/>
              <a:gd name="T9" fmla="*/ 102 h 208"/>
              <a:gd name="T10" fmla="*/ 202 w 202"/>
              <a:gd name="T11" fmla="*/ 208 h 208"/>
            </a:gdLst>
            <a:ahLst/>
            <a:cxnLst>
              <a:cxn ang="0">
                <a:pos x="T0" y="T1"/>
              </a:cxn>
              <a:cxn ang="0">
                <a:pos x="T2" y="T3"/>
              </a:cxn>
              <a:cxn ang="0">
                <a:pos x="T4" y="T5"/>
              </a:cxn>
              <a:cxn ang="0">
                <a:pos x="T6" y="T7"/>
              </a:cxn>
              <a:cxn ang="0">
                <a:pos x="T8" y="T9"/>
              </a:cxn>
              <a:cxn ang="0">
                <a:pos x="T10" y="T11"/>
              </a:cxn>
            </a:cxnLst>
            <a:rect l="0" t="0" r="r" b="b"/>
            <a:pathLst>
              <a:path w="202" h="208">
                <a:moveTo>
                  <a:pt x="202" y="208"/>
                </a:moveTo>
                <a:lnTo>
                  <a:pt x="0" y="208"/>
                </a:lnTo>
                <a:lnTo>
                  <a:pt x="0" y="0"/>
                </a:lnTo>
                <a:lnTo>
                  <a:pt x="202" y="0"/>
                </a:lnTo>
                <a:lnTo>
                  <a:pt x="160" y="102"/>
                </a:lnTo>
                <a:lnTo>
                  <a:pt x="202" y="208"/>
                </a:lnTo>
                <a:close/>
              </a:path>
            </a:pathLst>
          </a:custGeom>
          <a:solidFill>
            <a:schemeClr val="accent5">
              <a:lumMod val="75000"/>
            </a:schemeClr>
          </a:solidFill>
          <a:ln>
            <a:noFill/>
          </a:ln>
        </p:spPr>
        <p:txBody>
          <a:bodyPr wrap="square">
            <a:normAutofit/>
          </a:bodyPr>
          <a:lstStyle/>
          <a:p>
            <a:endParaRPr lang="zh-CN" altLang="en-US" sz="1800"/>
          </a:p>
        </p:txBody>
      </p:sp>
      <p:sp>
        <p:nvSpPr>
          <p:cNvPr id="38" name="Rectangle 4"/>
          <p:cNvSpPr>
            <a:spLocks noChangeArrowheads="1"/>
          </p:cNvSpPr>
          <p:nvPr/>
        </p:nvSpPr>
        <p:spPr bwMode="auto">
          <a:xfrm>
            <a:off x="5734491" y="4906433"/>
            <a:ext cx="436989" cy="421316"/>
          </a:xfrm>
          <a:prstGeom prst="rect">
            <a:avLst/>
          </a:prstGeom>
          <a:solidFill>
            <a:schemeClr val="accent5"/>
          </a:solidFill>
          <a:ln>
            <a:noFill/>
          </a:ln>
        </p:spPr>
        <p:txBody>
          <a:bodyPr wrap="square">
            <a:normAutofit/>
          </a:bodyPr>
          <a:lstStyle/>
          <a:p>
            <a:endParaRPr lang="zh-CN" altLang="en-US" sz="1800"/>
          </a:p>
        </p:txBody>
      </p:sp>
      <p:sp>
        <p:nvSpPr>
          <p:cNvPr id="39" name="Freeform 5"/>
          <p:cNvSpPr/>
          <p:nvPr/>
        </p:nvSpPr>
        <p:spPr bwMode="auto">
          <a:xfrm>
            <a:off x="6044356" y="5327749"/>
            <a:ext cx="127124" cy="79494"/>
          </a:xfrm>
          <a:custGeom>
            <a:avLst/>
            <a:gdLst>
              <a:gd name="T0" fmla="*/ 64 w 64"/>
              <a:gd name="T1" fmla="*/ 0 h 40"/>
              <a:gd name="T2" fmla="*/ 0 w 64"/>
              <a:gd name="T3" fmla="*/ 40 h 40"/>
              <a:gd name="T4" fmla="*/ 0 w 64"/>
              <a:gd name="T5" fmla="*/ 0 h 40"/>
              <a:gd name="T6" fmla="*/ 64 w 64"/>
              <a:gd name="T7" fmla="*/ 0 h 40"/>
            </a:gdLst>
            <a:ahLst/>
            <a:cxnLst>
              <a:cxn ang="0">
                <a:pos x="T0" y="T1"/>
              </a:cxn>
              <a:cxn ang="0">
                <a:pos x="T2" y="T3"/>
              </a:cxn>
              <a:cxn ang="0">
                <a:pos x="T4" y="T5"/>
              </a:cxn>
              <a:cxn ang="0">
                <a:pos x="T6" y="T7"/>
              </a:cxn>
            </a:cxnLst>
            <a:rect l="0" t="0" r="r" b="b"/>
            <a:pathLst>
              <a:path w="64" h="40">
                <a:moveTo>
                  <a:pt x="64" y="0"/>
                </a:moveTo>
                <a:lnTo>
                  <a:pt x="0" y="40"/>
                </a:lnTo>
                <a:lnTo>
                  <a:pt x="0" y="0"/>
                </a:lnTo>
                <a:lnTo>
                  <a:pt x="64" y="0"/>
                </a:lnTo>
                <a:close/>
              </a:path>
            </a:pathLst>
          </a:custGeom>
          <a:solidFill>
            <a:schemeClr val="accent5">
              <a:lumMod val="50000"/>
            </a:schemeClr>
          </a:solidFill>
          <a:ln>
            <a:noFill/>
          </a:ln>
        </p:spPr>
        <p:txBody>
          <a:bodyPr wrap="square">
            <a:normAutofit fontScale="25000" lnSpcReduction="20000"/>
          </a:bodyPr>
          <a:lstStyle/>
          <a:p>
            <a:endParaRPr lang="zh-CN" altLang="en-US" sz="1800"/>
          </a:p>
        </p:txBody>
      </p:sp>
      <p:sp>
        <p:nvSpPr>
          <p:cNvPr id="40" name="Rectangle 6"/>
          <p:cNvSpPr>
            <a:spLocks noChangeArrowheads="1"/>
          </p:cNvSpPr>
          <p:nvPr/>
        </p:nvSpPr>
        <p:spPr bwMode="auto">
          <a:xfrm>
            <a:off x="5686819" y="4906433"/>
            <a:ext cx="51644" cy="1083100"/>
          </a:xfrm>
          <a:prstGeom prst="rect">
            <a:avLst/>
          </a:prstGeom>
          <a:solidFill>
            <a:schemeClr val="accent4">
              <a:lumMod val="40000"/>
              <a:lumOff val="60000"/>
            </a:schemeClr>
          </a:solidFill>
          <a:ln>
            <a:noFill/>
          </a:ln>
        </p:spPr>
        <p:txBody>
          <a:bodyPr wrap="square">
            <a:normAutofit/>
          </a:bodyPr>
          <a:lstStyle/>
          <a:p>
            <a:endParaRPr lang="zh-CN" altLang="en-US" sz="1800"/>
          </a:p>
        </p:txBody>
      </p:sp>
      <p:sp>
        <p:nvSpPr>
          <p:cNvPr id="41" name="Freeform 7"/>
          <p:cNvSpPr/>
          <p:nvPr/>
        </p:nvSpPr>
        <p:spPr bwMode="auto">
          <a:xfrm>
            <a:off x="3174131" y="6323406"/>
            <a:ext cx="798499" cy="534594"/>
          </a:xfrm>
          <a:custGeom>
            <a:avLst/>
            <a:gdLst>
              <a:gd name="T0" fmla="*/ 0 w 402"/>
              <a:gd name="T1" fmla="*/ 269 h 269"/>
              <a:gd name="T2" fmla="*/ 280 w 402"/>
              <a:gd name="T3" fmla="*/ 0 h 269"/>
              <a:gd name="T4" fmla="*/ 402 w 402"/>
              <a:gd name="T5" fmla="*/ 269 h 269"/>
              <a:gd name="T6" fmla="*/ 0 w 402"/>
              <a:gd name="T7" fmla="*/ 269 h 269"/>
            </a:gdLst>
            <a:ahLst/>
            <a:cxnLst>
              <a:cxn ang="0">
                <a:pos x="T0" y="T1"/>
              </a:cxn>
              <a:cxn ang="0">
                <a:pos x="T2" y="T3"/>
              </a:cxn>
              <a:cxn ang="0">
                <a:pos x="T4" y="T5"/>
              </a:cxn>
              <a:cxn ang="0">
                <a:pos x="T6" y="T7"/>
              </a:cxn>
            </a:cxnLst>
            <a:rect l="0" t="0" r="r" b="b"/>
            <a:pathLst>
              <a:path w="402" h="269">
                <a:moveTo>
                  <a:pt x="0" y="269"/>
                </a:moveTo>
                <a:lnTo>
                  <a:pt x="280" y="0"/>
                </a:lnTo>
                <a:lnTo>
                  <a:pt x="402" y="269"/>
                </a:lnTo>
                <a:lnTo>
                  <a:pt x="0" y="269"/>
                </a:lnTo>
                <a:close/>
              </a:path>
            </a:pathLst>
          </a:custGeom>
          <a:solidFill>
            <a:schemeClr val="tx1">
              <a:lumMod val="75000"/>
            </a:schemeClr>
          </a:solidFill>
          <a:ln>
            <a:noFill/>
          </a:ln>
        </p:spPr>
        <p:txBody>
          <a:bodyPr wrap="square">
            <a:normAutofit/>
          </a:bodyPr>
          <a:lstStyle/>
          <a:p>
            <a:endParaRPr lang="zh-CN" altLang="en-US" sz="1800"/>
          </a:p>
        </p:txBody>
      </p:sp>
      <p:sp>
        <p:nvSpPr>
          <p:cNvPr id="42" name="Freeform 8"/>
          <p:cNvSpPr/>
          <p:nvPr/>
        </p:nvSpPr>
        <p:spPr bwMode="auto">
          <a:xfrm>
            <a:off x="2758991" y="6208140"/>
            <a:ext cx="740895" cy="649860"/>
          </a:xfrm>
          <a:custGeom>
            <a:avLst/>
            <a:gdLst>
              <a:gd name="T0" fmla="*/ 24 w 373"/>
              <a:gd name="T1" fmla="*/ 279 h 327"/>
              <a:gd name="T2" fmla="*/ 265 w 373"/>
              <a:gd name="T3" fmla="*/ 0 h 327"/>
              <a:gd name="T4" fmla="*/ 373 w 373"/>
              <a:gd name="T5" fmla="*/ 327 h 327"/>
              <a:gd name="T6" fmla="*/ 0 w 373"/>
              <a:gd name="T7" fmla="*/ 327 h 327"/>
              <a:gd name="T8" fmla="*/ 24 w 373"/>
              <a:gd name="T9" fmla="*/ 279 h 327"/>
            </a:gdLst>
            <a:ahLst/>
            <a:cxnLst>
              <a:cxn ang="0">
                <a:pos x="T0" y="T1"/>
              </a:cxn>
              <a:cxn ang="0">
                <a:pos x="T2" y="T3"/>
              </a:cxn>
              <a:cxn ang="0">
                <a:pos x="T4" y="T5"/>
              </a:cxn>
              <a:cxn ang="0">
                <a:pos x="T6" y="T7"/>
              </a:cxn>
              <a:cxn ang="0">
                <a:pos x="T8" y="T9"/>
              </a:cxn>
            </a:cxnLst>
            <a:rect l="0" t="0" r="r" b="b"/>
            <a:pathLst>
              <a:path w="373" h="327">
                <a:moveTo>
                  <a:pt x="24" y="279"/>
                </a:moveTo>
                <a:lnTo>
                  <a:pt x="265" y="0"/>
                </a:lnTo>
                <a:lnTo>
                  <a:pt x="373" y="327"/>
                </a:lnTo>
                <a:lnTo>
                  <a:pt x="0" y="327"/>
                </a:lnTo>
                <a:lnTo>
                  <a:pt x="24" y="279"/>
                </a:lnTo>
                <a:close/>
              </a:path>
            </a:pathLst>
          </a:custGeom>
          <a:solidFill>
            <a:schemeClr val="tx1">
              <a:lumMod val="75000"/>
            </a:schemeClr>
          </a:solidFill>
          <a:ln>
            <a:noFill/>
          </a:ln>
        </p:spPr>
        <p:txBody>
          <a:bodyPr wrap="square">
            <a:normAutofit/>
          </a:bodyPr>
          <a:lstStyle/>
          <a:p>
            <a:endParaRPr lang="zh-CN" altLang="en-US" sz="1800"/>
          </a:p>
        </p:txBody>
      </p:sp>
      <p:sp>
        <p:nvSpPr>
          <p:cNvPr id="43" name="Freeform 9"/>
          <p:cNvSpPr/>
          <p:nvPr/>
        </p:nvSpPr>
        <p:spPr bwMode="auto">
          <a:xfrm>
            <a:off x="3285365" y="6208140"/>
            <a:ext cx="504524" cy="649860"/>
          </a:xfrm>
          <a:custGeom>
            <a:avLst/>
            <a:gdLst>
              <a:gd name="T0" fmla="*/ 0 w 254"/>
              <a:gd name="T1" fmla="*/ 0 h 327"/>
              <a:gd name="T2" fmla="*/ 254 w 254"/>
              <a:gd name="T3" fmla="*/ 327 h 327"/>
              <a:gd name="T4" fmla="*/ 108 w 254"/>
              <a:gd name="T5" fmla="*/ 327 h 327"/>
              <a:gd name="T6" fmla="*/ 0 w 254"/>
              <a:gd name="T7" fmla="*/ 0 h 327"/>
            </a:gdLst>
            <a:ahLst/>
            <a:cxnLst>
              <a:cxn ang="0">
                <a:pos x="T0" y="T1"/>
              </a:cxn>
              <a:cxn ang="0">
                <a:pos x="T2" y="T3"/>
              </a:cxn>
              <a:cxn ang="0">
                <a:pos x="T4" y="T5"/>
              </a:cxn>
              <a:cxn ang="0">
                <a:pos x="T6" y="T7"/>
              </a:cxn>
            </a:cxnLst>
            <a:rect l="0" t="0" r="r" b="b"/>
            <a:pathLst>
              <a:path w="254" h="327">
                <a:moveTo>
                  <a:pt x="0" y="0"/>
                </a:moveTo>
                <a:lnTo>
                  <a:pt x="254" y="327"/>
                </a:lnTo>
                <a:lnTo>
                  <a:pt x="108" y="327"/>
                </a:lnTo>
                <a:lnTo>
                  <a:pt x="0" y="0"/>
                </a:lnTo>
                <a:close/>
              </a:path>
            </a:pathLst>
          </a:custGeom>
          <a:solidFill>
            <a:schemeClr val="accent1"/>
          </a:solidFill>
          <a:ln>
            <a:noFill/>
          </a:ln>
        </p:spPr>
        <p:txBody>
          <a:bodyPr wrap="square">
            <a:normAutofit/>
          </a:bodyPr>
          <a:lstStyle/>
          <a:p>
            <a:endParaRPr lang="zh-CN" altLang="en-US" sz="1800"/>
          </a:p>
        </p:txBody>
      </p:sp>
      <p:sp>
        <p:nvSpPr>
          <p:cNvPr id="44" name="Freeform 10"/>
          <p:cNvSpPr/>
          <p:nvPr/>
        </p:nvSpPr>
        <p:spPr bwMode="auto">
          <a:xfrm>
            <a:off x="0" y="6315456"/>
            <a:ext cx="2758991" cy="542544"/>
          </a:xfrm>
          <a:custGeom>
            <a:avLst/>
            <a:gdLst>
              <a:gd name="T0" fmla="*/ 1303 w 1389"/>
              <a:gd name="T1" fmla="*/ 227 h 273"/>
              <a:gd name="T2" fmla="*/ 1343 w 1389"/>
              <a:gd name="T3" fmla="*/ 171 h 273"/>
              <a:gd name="T4" fmla="*/ 1309 w 1389"/>
              <a:gd name="T5" fmla="*/ 109 h 273"/>
              <a:gd name="T6" fmla="*/ 569 w 1389"/>
              <a:gd name="T7" fmla="*/ 209 h 273"/>
              <a:gd name="T8" fmla="*/ 376 w 1389"/>
              <a:gd name="T9" fmla="*/ 0 h 273"/>
              <a:gd name="T10" fmla="*/ 0 w 1389"/>
              <a:gd name="T11" fmla="*/ 189 h 273"/>
              <a:gd name="T12" fmla="*/ 0 w 1389"/>
              <a:gd name="T13" fmla="*/ 273 h 273"/>
              <a:gd name="T14" fmla="*/ 1339 w 1389"/>
              <a:gd name="T15" fmla="*/ 273 h 273"/>
              <a:gd name="T16" fmla="*/ 1389 w 1389"/>
              <a:gd name="T17" fmla="*/ 237 h 273"/>
              <a:gd name="T18" fmla="*/ 1303 w 1389"/>
              <a:gd name="T19" fmla="*/ 227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89" h="273">
                <a:moveTo>
                  <a:pt x="1303" y="227"/>
                </a:moveTo>
                <a:lnTo>
                  <a:pt x="1343" y="171"/>
                </a:lnTo>
                <a:lnTo>
                  <a:pt x="1309" y="109"/>
                </a:lnTo>
                <a:lnTo>
                  <a:pt x="569" y="209"/>
                </a:lnTo>
                <a:lnTo>
                  <a:pt x="376" y="0"/>
                </a:lnTo>
                <a:lnTo>
                  <a:pt x="0" y="189"/>
                </a:lnTo>
                <a:lnTo>
                  <a:pt x="0" y="273"/>
                </a:lnTo>
                <a:lnTo>
                  <a:pt x="1339" y="273"/>
                </a:lnTo>
                <a:lnTo>
                  <a:pt x="1389" y="237"/>
                </a:lnTo>
                <a:lnTo>
                  <a:pt x="1303" y="227"/>
                </a:lnTo>
                <a:close/>
              </a:path>
            </a:pathLst>
          </a:custGeom>
          <a:solidFill>
            <a:schemeClr val="tx1">
              <a:lumMod val="75000"/>
            </a:schemeClr>
          </a:solidFill>
          <a:ln>
            <a:noFill/>
          </a:ln>
        </p:spPr>
        <p:txBody>
          <a:bodyPr wrap="square">
            <a:normAutofit/>
          </a:bodyPr>
          <a:lstStyle/>
          <a:p>
            <a:endParaRPr lang="zh-CN" altLang="en-US" sz="1800"/>
          </a:p>
        </p:txBody>
      </p:sp>
      <p:sp>
        <p:nvSpPr>
          <p:cNvPr id="45" name="Freeform 11"/>
          <p:cNvSpPr/>
          <p:nvPr/>
        </p:nvSpPr>
        <p:spPr bwMode="auto">
          <a:xfrm>
            <a:off x="2588168" y="6532076"/>
            <a:ext cx="484661" cy="325924"/>
          </a:xfrm>
          <a:custGeom>
            <a:avLst/>
            <a:gdLst>
              <a:gd name="T0" fmla="*/ 162 w 244"/>
              <a:gd name="T1" fmla="*/ 100 h 164"/>
              <a:gd name="T2" fmla="*/ 106 w 244"/>
              <a:gd name="T3" fmla="*/ 88 h 164"/>
              <a:gd name="T4" fmla="*/ 6 w 244"/>
              <a:gd name="T5" fmla="*/ 0 h 164"/>
              <a:gd name="T6" fmla="*/ 40 w 244"/>
              <a:gd name="T7" fmla="*/ 62 h 164"/>
              <a:gd name="T8" fmla="*/ 0 w 244"/>
              <a:gd name="T9" fmla="*/ 118 h 164"/>
              <a:gd name="T10" fmla="*/ 86 w 244"/>
              <a:gd name="T11" fmla="*/ 128 h 164"/>
              <a:gd name="T12" fmla="*/ 36 w 244"/>
              <a:gd name="T13" fmla="*/ 164 h 164"/>
              <a:gd name="T14" fmla="*/ 244 w 244"/>
              <a:gd name="T15" fmla="*/ 164 h 164"/>
              <a:gd name="T16" fmla="*/ 162 w 244"/>
              <a:gd name="T17" fmla="*/ 10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4" h="164">
                <a:moveTo>
                  <a:pt x="162" y="100"/>
                </a:moveTo>
                <a:lnTo>
                  <a:pt x="106" y="88"/>
                </a:lnTo>
                <a:lnTo>
                  <a:pt x="6" y="0"/>
                </a:lnTo>
                <a:lnTo>
                  <a:pt x="40" y="62"/>
                </a:lnTo>
                <a:lnTo>
                  <a:pt x="0" y="118"/>
                </a:lnTo>
                <a:lnTo>
                  <a:pt x="86" y="128"/>
                </a:lnTo>
                <a:lnTo>
                  <a:pt x="36" y="164"/>
                </a:lnTo>
                <a:lnTo>
                  <a:pt x="244" y="164"/>
                </a:lnTo>
                <a:lnTo>
                  <a:pt x="162" y="100"/>
                </a:lnTo>
                <a:close/>
              </a:path>
            </a:pathLst>
          </a:custGeom>
          <a:solidFill>
            <a:schemeClr val="accent1"/>
          </a:solidFill>
          <a:ln>
            <a:noFill/>
          </a:ln>
        </p:spPr>
        <p:txBody>
          <a:bodyPr wrap="square">
            <a:normAutofit fontScale="92500" lnSpcReduction="10000"/>
          </a:bodyPr>
          <a:lstStyle/>
          <a:p>
            <a:endParaRPr lang="zh-CN" altLang="en-US" sz="1800"/>
          </a:p>
        </p:txBody>
      </p:sp>
      <p:sp>
        <p:nvSpPr>
          <p:cNvPr id="46" name="Freeform 12"/>
          <p:cNvSpPr/>
          <p:nvPr/>
        </p:nvSpPr>
        <p:spPr bwMode="auto">
          <a:xfrm>
            <a:off x="3730299" y="6323406"/>
            <a:ext cx="552196" cy="534594"/>
          </a:xfrm>
          <a:custGeom>
            <a:avLst/>
            <a:gdLst>
              <a:gd name="T0" fmla="*/ 0 w 278"/>
              <a:gd name="T1" fmla="*/ 0 h 269"/>
              <a:gd name="T2" fmla="*/ 150 w 278"/>
              <a:gd name="T3" fmla="*/ 201 h 269"/>
              <a:gd name="T4" fmla="*/ 192 w 278"/>
              <a:gd name="T5" fmla="*/ 175 h 269"/>
              <a:gd name="T6" fmla="*/ 278 w 278"/>
              <a:gd name="T7" fmla="*/ 269 h 269"/>
              <a:gd name="T8" fmla="*/ 122 w 278"/>
              <a:gd name="T9" fmla="*/ 269 h 269"/>
              <a:gd name="T10" fmla="*/ 0 w 278"/>
              <a:gd name="T11" fmla="*/ 0 h 269"/>
            </a:gdLst>
            <a:ahLst/>
            <a:cxnLst>
              <a:cxn ang="0">
                <a:pos x="T0" y="T1"/>
              </a:cxn>
              <a:cxn ang="0">
                <a:pos x="T2" y="T3"/>
              </a:cxn>
              <a:cxn ang="0">
                <a:pos x="T4" y="T5"/>
              </a:cxn>
              <a:cxn ang="0">
                <a:pos x="T6" y="T7"/>
              </a:cxn>
              <a:cxn ang="0">
                <a:pos x="T8" y="T9"/>
              </a:cxn>
              <a:cxn ang="0">
                <a:pos x="T10" y="T11"/>
              </a:cxn>
            </a:cxnLst>
            <a:rect l="0" t="0" r="r" b="b"/>
            <a:pathLst>
              <a:path w="278" h="269">
                <a:moveTo>
                  <a:pt x="0" y="0"/>
                </a:moveTo>
                <a:lnTo>
                  <a:pt x="150" y="201"/>
                </a:lnTo>
                <a:lnTo>
                  <a:pt x="192" y="175"/>
                </a:lnTo>
                <a:lnTo>
                  <a:pt x="278" y="269"/>
                </a:lnTo>
                <a:lnTo>
                  <a:pt x="122" y="269"/>
                </a:lnTo>
                <a:lnTo>
                  <a:pt x="0" y="0"/>
                </a:lnTo>
                <a:close/>
              </a:path>
            </a:pathLst>
          </a:custGeom>
          <a:solidFill>
            <a:schemeClr val="accent1"/>
          </a:solidFill>
          <a:ln>
            <a:noFill/>
          </a:ln>
        </p:spPr>
        <p:txBody>
          <a:bodyPr wrap="square">
            <a:normAutofit/>
          </a:bodyPr>
          <a:lstStyle/>
          <a:p>
            <a:endParaRPr lang="zh-CN" altLang="en-US" sz="1800"/>
          </a:p>
        </p:txBody>
      </p:sp>
      <p:sp>
        <p:nvSpPr>
          <p:cNvPr id="47" name="Freeform 13"/>
          <p:cNvSpPr/>
          <p:nvPr/>
        </p:nvSpPr>
        <p:spPr bwMode="auto">
          <a:xfrm>
            <a:off x="4485099" y="6424760"/>
            <a:ext cx="508497" cy="433240"/>
          </a:xfrm>
          <a:custGeom>
            <a:avLst/>
            <a:gdLst>
              <a:gd name="T0" fmla="*/ 46 w 256"/>
              <a:gd name="T1" fmla="*/ 0 h 218"/>
              <a:gd name="T2" fmla="*/ 0 w 256"/>
              <a:gd name="T3" fmla="*/ 104 h 218"/>
              <a:gd name="T4" fmla="*/ 132 w 256"/>
              <a:gd name="T5" fmla="*/ 144 h 218"/>
              <a:gd name="T6" fmla="*/ 60 w 256"/>
              <a:gd name="T7" fmla="*/ 218 h 218"/>
              <a:gd name="T8" fmla="*/ 256 w 256"/>
              <a:gd name="T9" fmla="*/ 218 h 218"/>
              <a:gd name="T10" fmla="*/ 46 w 256"/>
              <a:gd name="T11" fmla="*/ 0 h 218"/>
            </a:gdLst>
            <a:ahLst/>
            <a:cxnLst>
              <a:cxn ang="0">
                <a:pos x="T0" y="T1"/>
              </a:cxn>
              <a:cxn ang="0">
                <a:pos x="T2" y="T3"/>
              </a:cxn>
              <a:cxn ang="0">
                <a:pos x="T4" y="T5"/>
              </a:cxn>
              <a:cxn ang="0">
                <a:pos x="T6" y="T7"/>
              </a:cxn>
              <a:cxn ang="0">
                <a:pos x="T8" y="T9"/>
              </a:cxn>
              <a:cxn ang="0">
                <a:pos x="T10" y="T11"/>
              </a:cxn>
            </a:cxnLst>
            <a:rect l="0" t="0" r="r" b="b"/>
            <a:pathLst>
              <a:path w="256" h="218">
                <a:moveTo>
                  <a:pt x="46" y="0"/>
                </a:moveTo>
                <a:lnTo>
                  <a:pt x="0" y="104"/>
                </a:lnTo>
                <a:lnTo>
                  <a:pt x="132" y="144"/>
                </a:lnTo>
                <a:lnTo>
                  <a:pt x="60" y="218"/>
                </a:lnTo>
                <a:lnTo>
                  <a:pt x="256" y="218"/>
                </a:lnTo>
                <a:lnTo>
                  <a:pt x="46" y="0"/>
                </a:lnTo>
                <a:close/>
              </a:path>
            </a:pathLst>
          </a:custGeom>
          <a:solidFill>
            <a:schemeClr val="accent1"/>
          </a:solidFill>
          <a:ln>
            <a:noFill/>
          </a:ln>
        </p:spPr>
        <p:txBody>
          <a:bodyPr wrap="square">
            <a:normAutofit/>
          </a:bodyPr>
          <a:lstStyle/>
          <a:p>
            <a:endParaRPr lang="zh-CN" altLang="en-US" sz="1800"/>
          </a:p>
        </p:txBody>
      </p:sp>
      <p:sp>
        <p:nvSpPr>
          <p:cNvPr id="48" name="Freeform 14"/>
          <p:cNvSpPr/>
          <p:nvPr/>
        </p:nvSpPr>
        <p:spPr bwMode="auto">
          <a:xfrm>
            <a:off x="4111672" y="6424760"/>
            <a:ext cx="635621" cy="433240"/>
          </a:xfrm>
          <a:custGeom>
            <a:avLst/>
            <a:gdLst>
              <a:gd name="T0" fmla="*/ 188 w 320"/>
              <a:gd name="T1" fmla="*/ 104 h 218"/>
              <a:gd name="T2" fmla="*/ 234 w 320"/>
              <a:gd name="T3" fmla="*/ 0 h 218"/>
              <a:gd name="T4" fmla="*/ 0 w 320"/>
              <a:gd name="T5" fmla="*/ 124 h 218"/>
              <a:gd name="T6" fmla="*/ 86 w 320"/>
              <a:gd name="T7" fmla="*/ 218 h 218"/>
              <a:gd name="T8" fmla="*/ 248 w 320"/>
              <a:gd name="T9" fmla="*/ 218 h 218"/>
              <a:gd name="T10" fmla="*/ 320 w 320"/>
              <a:gd name="T11" fmla="*/ 144 h 218"/>
              <a:gd name="T12" fmla="*/ 188 w 320"/>
              <a:gd name="T13" fmla="*/ 104 h 218"/>
            </a:gdLst>
            <a:ahLst/>
            <a:cxnLst>
              <a:cxn ang="0">
                <a:pos x="T0" y="T1"/>
              </a:cxn>
              <a:cxn ang="0">
                <a:pos x="T2" y="T3"/>
              </a:cxn>
              <a:cxn ang="0">
                <a:pos x="T4" y="T5"/>
              </a:cxn>
              <a:cxn ang="0">
                <a:pos x="T6" y="T7"/>
              </a:cxn>
              <a:cxn ang="0">
                <a:pos x="T8" y="T9"/>
              </a:cxn>
              <a:cxn ang="0">
                <a:pos x="T10" y="T11"/>
              </a:cxn>
              <a:cxn ang="0">
                <a:pos x="T12" y="T13"/>
              </a:cxn>
            </a:cxnLst>
            <a:rect l="0" t="0" r="r" b="b"/>
            <a:pathLst>
              <a:path w="320" h="218">
                <a:moveTo>
                  <a:pt x="188" y="104"/>
                </a:moveTo>
                <a:lnTo>
                  <a:pt x="234" y="0"/>
                </a:lnTo>
                <a:lnTo>
                  <a:pt x="0" y="124"/>
                </a:lnTo>
                <a:lnTo>
                  <a:pt x="86" y="218"/>
                </a:lnTo>
                <a:lnTo>
                  <a:pt x="248" y="218"/>
                </a:lnTo>
                <a:lnTo>
                  <a:pt x="320" y="144"/>
                </a:lnTo>
                <a:lnTo>
                  <a:pt x="188" y="104"/>
                </a:lnTo>
                <a:close/>
              </a:path>
            </a:pathLst>
          </a:custGeom>
          <a:solidFill>
            <a:schemeClr val="tx1">
              <a:lumMod val="75000"/>
            </a:schemeClr>
          </a:solidFill>
          <a:ln>
            <a:noFill/>
          </a:ln>
        </p:spPr>
        <p:txBody>
          <a:bodyPr wrap="square">
            <a:normAutofit/>
          </a:bodyPr>
          <a:lstStyle/>
          <a:p>
            <a:endParaRPr lang="zh-CN" altLang="en-US" sz="1800"/>
          </a:p>
        </p:txBody>
      </p:sp>
      <p:sp>
        <p:nvSpPr>
          <p:cNvPr id="49" name="Freeform 15"/>
          <p:cNvSpPr/>
          <p:nvPr/>
        </p:nvSpPr>
        <p:spPr bwMode="auto">
          <a:xfrm>
            <a:off x="5960931" y="6212115"/>
            <a:ext cx="949458" cy="645885"/>
          </a:xfrm>
          <a:custGeom>
            <a:avLst/>
            <a:gdLst>
              <a:gd name="T0" fmla="*/ 112 w 239"/>
              <a:gd name="T1" fmla="*/ 97 h 162"/>
              <a:gd name="T2" fmla="*/ 141 w 239"/>
              <a:gd name="T3" fmla="*/ 80 h 162"/>
              <a:gd name="T4" fmla="*/ 69 w 239"/>
              <a:gd name="T5" fmla="*/ 0 h 162"/>
              <a:gd name="T6" fmla="*/ 0 w 239"/>
              <a:gd name="T7" fmla="*/ 36 h 162"/>
              <a:gd name="T8" fmla="*/ 5 w 239"/>
              <a:gd name="T9" fmla="*/ 162 h 162"/>
              <a:gd name="T10" fmla="*/ 190 w 239"/>
              <a:gd name="T11" fmla="*/ 162 h 162"/>
              <a:gd name="T12" fmla="*/ 237 w 239"/>
              <a:gd name="T13" fmla="*/ 131 h 162"/>
              <a:gd name="T14" fmla="*/ 112 w 239"/>
              <a:gd name="T15" fmla="*/ 97 h 1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9" h="162">
                <a:moveTo>
                  <a:pt x="112" y="97"/>
                </a:moveTo>
                <a:cubicBezTo>
                  <a:pt x="141" y="80"/>
                  <a:pt x="141" y="80"/>
                  <a:pt x="141" y="80"/>
                </a:cubicBezTo>
                <a:cubicBezTo>
                  <a:pt x="69" y="0"/>
                  <a:pt x="69" y="0"/>
                  <a:pt x="69" y="0"/>
                </a:cubicBezTo>
                <a:cubicBezTo>
                  <a:pt x="0" y="36"/>
                  <a:pt x="0" y="36"/>
                  <a:pt x="0" y="36"/>
                </a:cubicBezTo>
                <a:cubicBezTo>
                  <a:pt x="5" y="162"/>
                  <a:pt x="5" y="162"/>
                  <a:pt x="5" y="162"/>
                </a:cubicBezTo>
                <a:cubicBezTo>
                  <a:pt x="190" y="162"/>
                  <a:pt x="190" y="162"/>
                  <a:pt x="190" y="162"/>
                </a:cubicBezTo>
                <a:cubicBezTo>
                  <a:pt x="190" y="162"/>
                  <a:pt x="236" y="131"/>
                  <a:pt x="237" y="131"/>
                </a:cubicBezTo>
                <a:cubicBezTo>
                  <a:pt x="239" y="131"/>
                  <a:pt x="112" y="97"/>
                  <a:pt x="112" y="97"/>
                </a:cubicBezTo>
                <a:close/>
              </a:path>
            </a:pathLst>
          </a:custGeom>
          <a:solidFill>
            <a:schemeClr val="tx1">
              <a:lumMod val="75000"/>
            </a:schemeClr>
          </a:solidFill>
          <a:ln>
            <a:noFill/>
          </a:ln>
        </p:spPr>
        <p:txBody>
          <a:bodyPr wrap="square">
            <a:normAutofit/>
          </a:bodyPr>
          <a:lstStyle/>
          <a:p>
            <a:endParaRPr lang="zh-CN" altLang="en-US" sz="1800"/>
          </a:p>
        </p:txBody>
      </p:sp>
      <p:sp>
        <p:nvSpPr>
          <p:cNvPr id="50" name="Freeform 16"/>
          <p:cNvSpPr/>
          <p:nvPr/>
        </p:nvSpPr>
        <p:spPr bwMode="auto">
          <a:xfrm>
            <a:off x="6235042" y="6212115"/>
            <a:ext cx="1050761" cy="645885"/>
          </a:xfrm>
          <a:custGeom>
            <a:avLst/>
            <a:gdLst>
              <a:gd name="T0" fmla="*/ 0 w 264"/>
              <a:gd name="T1" fmla="*/ 0 h 162"/>
              <a:gd name="T2" fmla="*/ 72 w 264"/>
              <a:gd name="T3" fmla="*/ 80 h 162"/>
              <a:gd name="T4" fmla="*/ 43 w 264"/>
              <a:gd name="T5" fmla="*/ 97 h 162"/>
              <a:gd name="T6" fmla="*/ 168 w 264"/>
              <a:gd name="T7" fmla="*/ 131 h 162"/>
              <a:gd name="T8" fmla="*/ 121 w 264"/>
              <a:gd name="T9" fmla="*/ 162 h 162"/>
              <a:gd name="T10" fmla="*/ 264 w 264"/>
              <a:gd name="T11" fmla="*/ 162 h 162"/>
              <a:gd name="T12" fmla="*/ 0 w 264"/>
              <a:gd name="T13" fmla="*/ 0 h 162"/>
            </a:gdLst>
            <a:ahLst/>
            <a:cxnLst>
              <a:cxn ang="0">
                <a:pos x="T0" y="T1"/>
              </a:cxn>
              <a:cxn ang="0">
                <a:pos x="T2" y="T3"/>
              </a:cxn>
              <a:cxn ang="0">
                <a:pos x="T4" y="T5"/>
              </a:cxn>
              <a:cxn ang="0">
                <a:pos x="T6" y="T7"/>
              </a:cxn>
              <a:cxn ang="0">
                <a:pos x="T8" y="T9"/>
              </a:cxn>
              <a:cxn ang="0">
                <a:pos x="T10" y="T11"/>
              </a:cxn>
              <a:cxn ang="0">
                <a:pos x="T12" y="T13"/>
              </a:cxn>
            </a:cxnLst>
            <a:rect l="0" t="0" r="r" b="b"/>
            <a:pathLst>
              <a:path w="264" h="162">
                <a:moveTo>
                  <a:pt x="0" y="0"/>
                </a:moveTo>
                <a:cubicBezTo>
                  <a:pt x="72" y="80"/>
                  <a:pt x="72" y="80"/>
                  <a:pt x="72" y="80"/>
                </a:cubicBezTo>
                <a:cubicBezTo>
                  <a:pt x="43" y="97"/>
                  <a:pt x="43" y="97"/>
                  <a:pt x="43" y="97"/>
                </a:cubicBezTo>
                <a:cubicBezTo>
                  <a:pt x="43" y="97"/>
                  <a:pt x="170" y="131"/>
                  <a:pt x="168" y="131"/>
                </a:cubicBezTo>
                <a:cubicBezTo>
                  <a:pt x="167" y="131"/>
                  <a:pt x="121" y="162"/>
                  <a:pt x="121" y="162"/>
                </a:cubicBezTo>
                <a:cubicBezTo>
                  <a:pt x="264" y="162"/>
                  <a:pt x="264" y="162"/>
                  <a:pt x="264" y="162"/>
                </a:cubicBezTo>
                <a:lnTo>
                  <a:pt x="0" y="0"/>
                </a:lnTo>
                <a:close/>
              </a:path>
            </a:pathLst>
          </a:custGeom>
          <a:solidFill>
            <a:schemeClr val="accent1"/>
          </a:solidFill>
          <a:ln>
            <a:noFill/>
          </a:ln>
        </p:spPr>
        <p:txBody>
          <a:bodyPr wrap="square">
            <a:normAutofit/>
          </a:bodyPr>
          <a:lstStyle/>
          <a:p>
            <a:endParaRPr lang="zh-CN" altLang="en-US" sz="1800"/>
          </a:p>
        </p:txBody>
      </p:sp>
      <p:sp>
        <p:nvSpPr>
          <p:cNvPr id="51" name="Freeform 17"/>
          <p:cNvSpPr/>
          <p:nvPr/>
        </p:nvSpPr>
        <p:spPr bwMode="auto">
          <a:xfrm>
            <a:off x="8394166" y="6069026"/>
            <a:ext cx="730964" cy="788974"/>
          </a:xfrm>
          <a:custGeom>
            <a:avLst/>
            <a:gdLst>
              <a:gd name="T0" fmla="*/ 0 w 184"/>
              <a:gd name="T1" fmla="*/ 0 h 198"/>
              <a:gd name="T2" fmla="*/ 46 w 184"/>
              <a:gd name="T3" fmla="*/ 108 h 198"/>
              <a:gd name="T4" fmla="*/ 36 w 184"/>
              <a:gd name="T5" fmla="*/ 154 h 198"/>
              <a:gd name="T6" fmla="*/ 101 w 184"/>
              <a:gd name="T7" fmla="*/ 198 h 198"/>
              <a:gd name="T8" fmla="*/ 184 w 184"/>
              <a:gd name="T9" fmla="*/ 198 h 198"/>
              <a:gd name="T10" fmla="*/ 0 w 184"/>
              <a:gd name="T11" fmla="*/ 0 h 198"/>
            </a:gdLst>
            <a:ahLst/>
            <a:cxnLst>
              <a:cxn ang="0">
                <a:pos x="T0" y="T1"/>
              </a:cxn>
              <a:cxn ang="0">
                <a:pos x="T2" y="T3"/>
              </a:cxn>
              <a:cxn ang="0">
                <a:pos x="T4" y="T5"/>
              </a:cxn>
              <a:cxn ang="0">
                <a:pos x="T6" y="T7"/>
              </a:cxn>
              <a:cxn ang="0">
                <a:pos x="T8" y="T9"/>
              </a:cxn>
              <a:cxn ang="0">
                <a:pos x="T10" y="T11"/>
              </a:cxn>
            </a:cxnLst>
            <a:rect l="0" t="0" r="r" b="b"/>
            <a:pathLst>
              <a:path w="184" h="198">
                <a:moveTo>
                  <a:pt x="0" y="0"/>
                </a:moveTo>
                <a:cubicBezTo>
                  <a:pt x="0" y="0"/>
                  <a:pt x="46" y="104"/>
                  <a:pt x="46" y="108"/>
                </a:cubicBezTo>
                <a:cubicBezTo>
                  <a:pt x="45" y="111"/>
                  <a:pt x="36" y="154"/>
                  <a:pt x="36" y="154"/>
                </a:cubicBezTo>
                <a:cubicBezTo>
                  <a:pt x="101" y="198"/>
                  <a:pt x="101" y="198"/>
                  <a:pt x="101" y="198"/>
                </a:cubicBezTo>
                <a:cubicBezTo>
                  <a:pt x="184" y="198"/>
                  <a:pt x="184" y="198"/>
                  <a:pt x="184" y="198"/>
                </a:cubicBezTo>
                <a:lnTo>
                  <a:pt x="0" y="0"/>
                </a:lnTo>
                <a:close/>
              </a:path>
            </a:pathLst>
          </a:custGeom>
          <a:solidFill>
            <a:schemeClr val="accent1"/>
          </a:solidFill>
          <a:ln>
            <a:noFill/>
          </a:ln>
        </p:spPr>
        <p:txBody>
          <a:bodyPr wrap="square">
            <a:normAutofit/>
          </a:bodyPr>
          <a:lstStyle/>
          <a:p>
            <a:endParaRPr lang="zh-CN" altLang="en-US" sz="1800"/>
          </a:p>
        </p:txBody>
      </p:sp>
      <p:sp>
        <p:nvSpPr>
          <p:cNvPr id="52" name="Freeform 18"/>
          <p:cNvSpPr/>
          <p:nvPr/>
        </p:nvSpPr>
        <p:spPr bwMode="auto">
          <a:xfrm>
            <a:off x="7049431" y="6069026"/>
            <a:ext cx="1745971" cy="788974"/>
          </a:xfrm>
          <a:custGeom>
            <a:avLst/>
            <a:gdLst>
              <a:gd name="T0" fmla="*/ 384 w 439"/>
              <a:gd name="T1" fmla="*/ 108 h 198"/>
              <a:gd name="T2" fmla="*/ 338 w 439"/>
              <a:gd name="T3" fmla="*/ 0 h 198"/>
              <a:gd name="T4" fmla="*/ 117 w 439"/>
              <a:gd name="T5" fmla="*/ 145 h 198"/>
              <a:gd name="T6" fmla="*/ 64 w 439"/>
              <a:gd name="T7" fmla="*/ 109 h 198"/>
              <a:gd name="T8" fmla="*/ 0 w 439"/>
              <a:gd name="T9" fmla="*/ 160 h 198"/>
              <a:gd name="T10" fmla="*/ 59 w 439"/>
              <a:gd name="T11" fmla="*/ 198 h 198"/>
              <a:gd name="T12" fmla="*/ 439 w 439"/>
              <a:gd name="T13" fmla="*/ 198 h 198"/>
              <a:gd name="T14" fmla="*/ 374 w 439"/>
              <a:gd name="T15" fmla="*/ 154 h 198"/>
              <a:gd name="T16" fmla="*/ 384 w 439"/>
              <a:gd name="T17" fmla="*/ 10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9" h="198">
                <a:moveTo>
                  <a:pt x="384" y="108"/>
                </a:moveTo>
                <a:cubicBezTo>
                  <a:pt x="384" y="104"/>
                  <a:pt x="338" y="0"/>
                  <a:pt x="338" y="0"/>
                </a:cubicBezTo>
                <a:cubicBezTo>
                  <a:pt x="117" y="145"/>
                  <a:pt x="117" y="145"/>
                  <a:pt x="117" y="145"/>
                </a:cubicBezTo>
                <a:cubicBezTo>
                  <a:pt x="64" y="109"/>
                  <a:pt x="64" y="109"/>
                  <a:pt x="64" y="109"/>
                </a:cubicBezTo>
                <a:cubicBezTo>
                  <a:pt x="0" y="160"/>
                  <a:pt x="0" y="160"/>
                  <a:pt x="0" y="160"/>
                </a:cubicBezTo>
                <a:cubicBezTo>
                  <a:pt x="59" y="198"/>
                  <a:pt x="59" y="198"/>
                  <a:pt x="59" y="198"/>
                </a:cubicBezTo>
                <a:cubicBezTo>
                  <a:pt x="439" y="198"/>
                  <a:pt x="439" y="198"/>
                  <a:pt x="439" y="198"/>
                </a:cubicBezTo>
                <a:cubicBezTo>
                  <a:pt x="374" y="154"/>
                  <a:pt x="374" y="154"/>
                  <a:pt x="374" y="154"/>
                </a:cubicBezTo>
                <a:cubicBezTo>
                  <a:pt x="374" y="154"/>
                  <a:pt x="383" y="111"/>
                  <a:pt x="384" y="108"/>
                </a:cubicBezTo>
                <a:close/>
              </a:path>
            </a:pathLst>
          </a:custGeom>
          <a:solidFill>
            <a:schemeClr val="tx1">
              <a:lumMod val="75000"/>
            </a:schemeClr>
          </a:solidFill>
          <a:ln>
            <a:noFill/>
          </a:ln>
        </p:spPr>
        <p:txBody>
          <a:bodyPr wrap="square">
            <a:normAutofit/>
          </a:bodyPr>
          <a:lstStyle/>
          <a:p>
            <a:endParaRPr lang="zh-CN" altLang="en-US" sz="1800"/>
          </a:p>
        </p:txBody>
      </p:sp>
      <p:sp>
        <p:nvSpPr>
          <p:cNvPr id="53" name="Freeform 19"/>
          <p:cNvSpPr/>
          <p:nvPr/>
        </p:nvSpPr>
        <p:spPr bwMode="auto">
          <a:xfrm>
            <a:off x="8942389" y="6488355"/>
            <a:ext cx="518428" cy="369645"/>
          </a:xfrm>
          <a:custGeom>
            <a:avLst/>
            <a:gdLst>
              <a:gd name="T0" fmla="*/ 130 w 261"/>
              <a:gd name="T1" fmla="*/ 104 h 186"/>
              <a:gd name="T2" fmla="*/ 168 w 261"/>
              <a:gd name="T3" fmla="*/ 0 h 186"/>
              <a:gd name="T4" fmla="*/ 0 w 261"/>
              <a:gd name="T5" fmla="*/ 84 h 186"/>
              <a:gd name="T6" fmla="*/ 92 w 261"/>
              <a:gd name="T7" fmla="*/ 186 h 186"/>
              <a:gd name="T8" fmla="*/ 215 w 261"/>
              <a:gd name="T9" fmla="*/ 186 h 186"/>
              <a:gd name="T10" fmla="*/ 261 w 261"/>
              <a:gd name="T11" fmla="*/ 140 h 186"/>
              <a:gd name="T12" fmla="*/ 130 w 261"/>
              <a:gd name="T13" fmla="*/ 104 h 186"/>
            </a:gdLst>
            <a:ahLst/>
            <a:cxnLst>
              <a:cxn ang="0">
                <a:pos x="T0" y="T1"/>
              </a:cxn>
              <a:cxn ang="0">
                <a:pos x="T2" y="T3"/>
              </a:cxn>
              <a:cxn ang="0">
                <a:pos x="T4" y="T5"/>
              </a:cxn>
              <a:cxn ang="0">
                <a:pos x="T6" y="T7"/>
              </a:cxn>
              <a:cxn ang="0">
                <a:pos x="T8" y="T9"/>
              </a:cxn>
              <a:cxn ang="0">
                <a:pos x="T10" y="T11"/>
              </a:cxn>
              <a:cxn ang="0">
                <a:pos x="T12" y="T13"/>
              </a:cxn>
            </a:cxnLst>
            <a:rect l="0" t="0" r="r" b="b"/>
            <a:pathLst>
              <a:path w="261" h="186">
                <a:moveTo>
                  <a:pt x="130" y="104"/>
                </a:moveTo>
                <a:lnTo>
                  <a:pt x="168" y="0"/>
                </a:lnTo>
                <a:lnTo>
                  <a:pt x="0" y="84"/>
                </a:lnTo>
                <a:lnTo>
                  <a:pt x="92" y="186"/>
                </a:lnTo>
                <a:lnTo>
                  <a:pt x="215" y="186"/>
                </a:lnTo>
                <a:lnTo>
                  <a:pt x="261" y="140"/>
                </a:lnTo>
                <a:lnTo>
                  <a:pt x="130" y="104"/>
                </a:lnTo>
                <a:close/>
              </a:path>
            </a:pathLst>
          </a:custGeom>
          <a:solidFill>
            <a:schemeClr val="tx1">
              <a:lumMod val="75000"/>
            </a:schemeClr>
          </a:solidFill>
          <a:ln>
            <a:noFill/>
          </a:ln>
        </p:spPr>
        <p:txBody>
          <a:bodyPr wrap="square">
            <a:normAutofit/>
          </a:bodyPr>
          <a:lstStyle/>
          <a:p>
            <a:endParaRPr lang="zh-CN" altLang="en-US" sz="1800"/>
          </a:p>
        </p:txBody>
      </p:sp>
      <p:sp>
        <p:nvSpPr>
          <p:cNvPr id="54" name="Freeform 20"/>
          <p:cNvSpPr/>
          <p:nvPr/>
        </p:nvSpPr>
        <p:spPr bwMode="auto">
          <a:xfrm>
            <a:off x="9200610" y="6488355"/>
            <a:ext cx="482674" cy="369645"/>
          </a:xfrm>
          <a:custGeom>
            <a:avLst/>
            <a:gdLst>
              <a:gd name="T0" fmla="*/ 38 w 243"/>
              <a:gd name="T1" fmla="*/ 0 h 186"/>
              <a:gd name="T2" fmla="*/ 0 w 243"/>
              <a:gd name="T3" fmla="*/ 104 h 186"/>
              <a:gd name="T4" fmla="*/ 131 w 243"/>
              <a:gd name="T5" fmla="*/ 140 h 186"/>
              <a:gd name="T6" fmla="*/ 85 w 243"/>
              <a:gd name="T7" fmla="*/ 186 h 186"/>
              <a:gd name="T8" fmla="*/ 243 w 243"/>
              <a:gd name="T9" fmla="*/ 186 h 186"/>
              <a:gd name="T10" fmla="*/ 38 w 243"/>
              <a:gd name="T11" fmla="*/ 0 h 186"/>
            </a:gdLst>
            <a:ahLst/>
            <a:cxnLst>
              <a:cxn ang="0">
                <a:pos x="T0" y="T1"/>
              </a:cxn>
              <a:cxn ang="0">
                <a:pos x="T2" y="T3"/>
              </a:cxn>
              <a:cxn ang="0">
                <a:pos x="T4" y="T5"/>
              </a:cxn>
              <a:cxn ang="0">
                <a:pos x="T6" y="T7"/>
              </a:cxn>
              <a:cxn ang="0">
                <a:pos x="T8" y="T9"/>
              </a:cxn>
              <a:cxn ang="0">
                <a:pos x="T10" y="T11"/>
              </a:cxn>
            </a:cxnLst>
            <a:rect l="0" t="0" r="r" b="b"/>
            <a:pathLst>
              <a:path w="243" h="186">
                <a:moveTo>
                  <a:pt x="38" y="0"/>
                </a:moveTo>
                <a:lnTo>
                  <a:pt x="0" y="104"/>
                </a:lnTo>
                <a:lnTo>
                  <a:pt x="131" y="140"/>
                </a:lnTo>
                <a:lnTo>
                  <a:pt x="85" y="186"/>
                </a:lnTo>
                <a:lnTo>
                  <a:pt x="243" y="186"/>
                </a:lnTo>
                <a:lnTo>
                  <a:pt x="38" y="0"/>
                </a:lnTo>
                <a:close/>
              </a:path>
            </a:pathLst>
          </a:custGeom>
          <a:solidFill>
            <a:schemeClr val="accent1"/>
          </a:solidFill>
          <a:ln>
            <a:noFill/>
          </a:ln>
        </p:spPr>
        <p:txBody>
          <a:bodyPr wrap="square">
            <a:normAutofit/>
          </a:bodyPr>
          <a:lstStyle/>
          <a:p>
            <a:endParaRPr lang="zh-CN" altLang="en-US" sz="1800"/>
          </a:p>
        </p:txBody>
      </p:sp>
      <p:sp>
        <p:nvSpPr>
          <p:cNvPr id="55" name="Freeform 21"/>
          <p:cNvSpPr/>
          <p:nvPr/>
        </p:nvSpPr>
        <p:spPr bwMode="auto">
          <a:xfrm>
            <a:off x="9572051" y="6359178"/>
            <a:ext cx="1140145" cy="498822"/>
          </a:xfrm>
          <a:custGeom>
            <a:avLst/>
            <a:gdLst>
              <a:gd name="T0" fmla="*/ 442 w 574"/>
              <a:gd name="T1" fmla="*/ 141 h 251"/>
              <a:gd name="T2" fmla="*/ 482 w 574"/>
              <a:gd name="T3" fmla="*/ 103 h 251"/>
              <a:gd name="T4" fmla="*/ 288 w 574"/>
              <a:gd name="T5" fmla="*/ 0 h 251"/>
              <a:gd name="T6" fmla="*/ 0 w 574"/>
              <a:gd name="T7" fmla="*/ 197 h 251"/>
              <a:gd name="T8" fmla="*/ 56 w 574"/>
              <a:gd name="T9" fmla="*/ 251 h 251"/>
              <a:gd name="T10" fmla="*/ 454 w 574"/>
              <a:gd name="T11" fmla="*/ 251 h 251"/>
              <a:gd name="T12" fmla="*/ 574 w 574"/>
              <a:gd name="T13" fmla="*/ 169 h 251"/>
              <a:gd name="T14" fmla="*/ 442 w 574"/>
              <a:gd name="T15" fmla="*/ 141 h 2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4" h="251">
                <a:moveTo>
                  <a:pt x="442" y="141"/>
                </a:moveTo>
                <a:lnTo>
                  <a:pt x="482" y="103"/>
                </a:lnTo>
                <a:lnTo>
                  <a:pt x="288" y="0"/>
                </a:lnTo>
                <a:lnTo>
                  <a:pt x="0" y="197"/>
                </a:lnTo>
                <a:lnTo>
                  <a:pt x="56" y="251"/>
                </a:lnTo>
                <a:lnTo>
                  <a:pt x="454" y="251"/>
                </a:lnTo>
                <a:lnTo>
                  <a:pt x="574" y="169"/>
                </a:lnTo>
                <a:lnTo>
                  <a:pt x="442" y="141"/>
                </a:lnTo>
                <a:close/>
              </a:path>
            </a:pathLst>
          </a:custGeom>
          <a:solidFill>
            <a:schemeClr val="tx1">
              <a:lumMod val="75000"/>
            </a:schemeClr>
          </a:solidFill>
          <a:ln>
            <a:noFill/>
          </a:ln>
        </p:spPr>
        <p:txBody>
          <a:bodyPr wrap="square">
            <a:normAutofit/>
          </a:bodyPr>
          <a:lstStyle/>
          <a:p>
            <a:endParaRPr lang="zh-CN" altLang="en-US" sz="1800"/>
          </a:p>
        </p:txBody>
      </p:sp>
      <p:sp>
        <p:nvSpPr>
          <p:cNvPr id="56" name="Freeform 22"/>
          <p:cNvSpPr/>
          <p:nvPr/>
        </p:nvSpPr>
        <p:spPr bwMode="auto">
          <a:xfrm>
            <a:off x="10144109" y="6359178"/>
            <a:ext cx="1108364" cy="498822"/>
          </a:xfrm>
          <a:custGeom>
            <a:avLst/>
            <a:gdLst>
              <a:gd name="T0" fmla="*/ 388 w 558"/>
              <a:gd name="T1" fmla="*/ 113 h 251"/>
              <a:gd name="T2" fmla="*/ 0 w 558"/>
              <a:gd name="T3" fmla="*/ 0 h 251"/>
              <a:gd name="T4" fmla="*/ 194 w 558"/>
              <a:gd name="T5" fmla="*/ 103 h 251"/>
              <a:gd name="T6" fmla="*/ 154 w 558"/>
              <a:gd name="T7" fmla="*/ 141 h 251"/>
              <a:gd name="T8" fmla="*/ 286 w 558"/>
              <a:gd name="T9" fmla="*/ 169 h 251"/>
              <a:gd name="T10" fmla="*/ 166 w 558"/>
              <a:gd name="T11" fmla="*/ 251 h 251"/>
              <a:gd name="T12" fmla="*/ 558 w 558"/>
              <a:gd name="T13" fmla="*/ 251 h 251"/>
              <a:gd name="T14" fmla="*/ 388 w 558"/>
              <a:gd name="T15" fmla="*/ 113 h 2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8" h="251">
                <a:moveTo>
                  <a:pt x="388" y="113"/>
                </a:moveTo>
                <a:lnTo>
                  <a:pt x="0" y="0"/>
                </a:lnTo>
                <a:lnTo>
                  <a:pt x="194" y="103"/>
                </a:lnTo>
                <a:lnTo>
                  <a:pt x="154" y="141"/>
                </a:lnTo>
                <a:lnTo>
                  <a:pt x="286" y="169"/>
                </a:lnTo>
                <a:lnTo>
                  <a:pt x="166" y="251"/>
                </a:lnTo>
                <a:lnTo>
                  <a:pt x="558" y="251"/>
                </a:lnTo>
                <a:lnTo>
                  <a:pt x="388" y="113"/>
                </a:lnTo>
                <a:close/>
              </a:path>
            </a:pathLst>
          </a:custGeom>
          <a:solidFill>
            <a:schemeClr val="accent1"/>
          </a:solidFill>
          <a:ln>
            <a:noFill/>
          </a:ln>
        </p:spPr>
        <p:txBody>
          <a:bodyPr wrap="square">
            <a:normAutofit/>
          </a:bodyPr>
          <a:lstStyle/>
          <a:p>
            <a:endParaRPr lang="zh-CN" altLang="en-US" sz="1800"/>
          </a:p>
        </p:txBody>
      </p:sp>
      <p:sp>
        <p:nvSpPr>
          <p:cNvPr id="57" name="Freeform 23"/>
          <p:cNvSpPr/>
          <p:nvPr/>
        </p:nvSpPr>
        <p:spPr bwMode="auto">
          <a:xfrm>
            <a:off x="5710655" y="5914014"/>
            <a:ext cx="734936" cy="943986"/>
          </a:xfrm>
          <a:custGeom>
            <a:avLst/>
            <a:gdLst>
              <a:gd name="T0" fmla="*/ 162 w 370"/>
              <a:gd name="T1" fmla="*/ 287 h 475"/>
              <a:gd name="T2" fmla="*/ 162 w 370"/>
              <a:gd name="T3" fmla="*/ 222 h 475"/>
              <a:gd name="T4" fmla="*/ 0 w 370"/>
              <a:gd name="T5" fmla="*/ 0 h 475"/>
              <a:gd name="T6" fmla="*/ 94 w 370"/>
              <a:gd name="T7" fmla="*/ 218 h 475"/>
              <a:gd name="T8" fmla="*/ 0 w 370"/>
              <a:gd name="T9" fmla="*/ 293 h 475"/>
              <a:gd name="T10" fmla="*/ 104 w 370"/>
              <a:gd name="T11" fmla="*/ 353 h 475"/>
              <a:gd name="T12" fmla="*/ 40 w 370"/>
              <a:gd name="T13" fmla="*/ 475 h 475"/>
              <a:gd name="T14" fmla="*/ 370 w 370"/>
              <a:gd name="T15" fmla="*/ 475 h 475"/>
              <a:gd name="T16" fmla="*/ 162 w 370"/>
              <a:gd name="T17" fmla="*/ 287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 h="475">
                <a:moveTo>
                  <a:pt x="162" y="287"/>
                </a:moveTo>
                <a:lnTo>
                  <a:pt x="162" y="222"/>
                </a:lnTo>
                <a:lnTo>
                  <a:pt x="0" y="0"/>
                </a:lnTo>
                <a:lnTo>
                  <a:pt x="94" y="218"/>
                </a:lnTo>
                <a:lnTo>
                  <a:pt x="0" y="293"/>
                </a:lnTo>
                <a:lnTo>
                  <a:pt x="104" y="353"/>
                </a:lnTo>
                <a:lnTo>
                  <a:pt x="40" y="475"/>
                </a:lnTo>
                <a:lnTo>
                  <a:pt x="370" y="475"/>
                </a:lnTo>
                <a:lnTo>
                  <a:pt x="162" y="287"/>
                </a:lnTo>
                <a:close/>
              </a:path>
            </a:pathLst>
          </a:custGeom>
          <a:solidFill>
            <a:schemeClr val="accent1"/>
          </a:solidFill>
          <a:ln>
            <a:noFill/>
          </a:ln>
        </p:spPr>
        <p:txBody>
          <a:bodyPr wrap="square">
            <a:normAutofit/>
          </a:bodyPr>
          <a:lstStyle/>
          <a:p>
            <a:endParaRPr lang="zh-CN" altLang="en-US" sz="1800"/>
          </a:p>
        </p:txBody>
      </p:sp>
      <p:sp>
        <p:nvSpPr>
          <p:cNvPr id="58" name="Freeform 24"/>
          <p:cNvSpPr/>
          <p:nvPr/>
        </p:nvSpPr>
        <p:spPr bwMode="auto">
          <a:xfrm>
            <a:off x="4659894" y="5914014"/>
            <a:ext cx="1257337" cy="943986"/>
          </a:xfrm>
          <a:custGeom>
            <a:avLst/>
            <a:gdLst>
              <a:gd name="T0" fmla="*/ 529 w 633"/>
              <a:gd name="T1" fmla="*/ 293 h 475"/>
              <a:gd name="T2" fmla="*/ 623 w 633"/>
              <a:gd name="T3" fmla="*/ 218 h 475"/>
              <a:gd name="T4" fmla="*/ 529 w 633"/>
              <a:gd name="T5" fmla="*/ 0 h 475"/>
              <a:gd name="T6" fmla="*/ 323 w 633"/>
              <a:gd name="T7" fmla="*/ 319 h 475"/>
              <a:gd name="T8" fmla="*/ 0 w 633"/>
              <a:gd name="T9" fmla="*/ 475 h 475"/>
              <a:gd name="T10" fmla="*/ 569 w 633"/>
              <a:gd name="T11" fmla="*/ 475 h 475"/>
              <a:gd name="T12" fmla="*/ 633 w 633"/>
              <a:gd name="T13" fmla="*/ 353 h 475"/>
              <a:gd name="T14" fmla="*/ 529 w 633"/>
              <a:gd name="T15" fmla="*/ 293 h 4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3" h="475">
                <a:moveTo>
                  <a:pt x="529" y="293"/>
                </a:moveTo>
                <a:lnTo>
                  <a:pt x="623" y="218"/>
                </a:lnTo>
                <a:lnTo>
                  <a:pt x="529" y="0"/>
                </a:lnTo>
                <a:lnTo>
                  <a:pt x="323" y="319"/>
                </a:lnTo>
                <a:lnTo>
                  <a:pt x="0" y="475"/>
                </a:lnTo>
                <a:lnTo>
                  <a:pt x="569" y="475"/>
                </a:lnTo>
                <a:lnTo>
                  <a:pt x="633" y="353"/>
                </a:lnTo>
                <a:lnTo>
                  <a:pt x="529" y="293"/>
                </a:lnTo>
                <a:close/>
              </a:path>
            </a:pathLst>
          </a:custGeom>
          <a:solidFill>
            <a:schemeClr val="tx1">
              <a:lumMod val="75000"/>
            </a:schemeClr>
          </a:solidFill>
          <a:ln>
            <a:noFill/>
          </a:ln>
        </p:spPr>
        <p:txBody>
          <a:bodyPr wrap="square">
            <a:normAutofit/>
          </a:bodyPr>
          <a:lstStyle/>
          <a:p>
            <a:endParaRPr lang="zh-CN" altLang="en-US" sz="1800"/>
          </a:p>
        </p:txBody>
      </p:sp>
      <p:sp>
        <p:nvSpPr>
          <p:cNvPr id="59" name="Freeform 25"/>
          <p:cNvSpPr/>
          <p:nvPr/>
        </p:nvSpPr>
        <p:spPr bwMode="auto">
          <a:xfrm>
            <a:off x="10914800" y="6005432"/>
            <a:ext cx="1277200" cy="852568"/>
          </a:xfrm>
          <a:custGeom>
            <a:avLst/>
            <a:gdLst>
              <a:gd name="T0" fmla="*/ 0 w 643"/>
              <a:gd name="T1" fmla="*/ 291 h 429"/>
              <a:gd name="T2" fmla="*/ 212 w 643"/>
              <a:gd name="T3" fmla="*/ 116 h 429"/>
              <a:gd name="T4" fmla="*/ 389 w 643"/>
              <a:gd name="T5" fmla="*/ 267 h 429"/>
              <a:gd name="T6" fmla="*/ 643 w 643"/>
              <a:gd name="T7" fmla="*/ 0 h 429"/>
              <a:gd name="T8" fmla="*/ 643 w 643"/>
              <a:gd name="T9" fmla="*/ 429 h 429"/>
              <a:gd name="T10" fmla="*/ 170 w 643"/>
              <a:gd name="T11" fmla="*/ 429 h 429"/>
              <a:gd name="T12" fmla="*/ 0 w 643"/>
              <a:gd name="T13" fmla="*/ 291 h 429"/>
            </a:gdLst>
            <a:ahLst/>
            <a:cxnLst>
              <a:cxn ang="0">
                <a:pos x="T0" y="T1"/>
              </a:cxn>
              <a:cxn ang="0">
                <a:pos x="T2" y="T3"/>
              </a:cxn>
              <a:cxn ang="0">
                <a:pos x="T4" y="T5"/>
              </a:cxn>
              <a:cxn ang="0">
                <a:pos x="T6" y="T7"/>
              </a:cxn>
              <a:cxn ang="0">
                <a:pos x="T8" y="T9"/>
              </a:cxn>
              <a:cxn ang="0">
                <a:pos x="T10" y="T11"/>
              </a:cxn>
              <a:cxn ang="0">
                <a:pos x="T12" y="T13"/>
              </a:cxn>
            </a:cxnLst>
            <a:rect l="0" t="0" r="r" b="b"/>
            <a:pathLst>
              <a:path w="643" h="429">
                <a:moveTo>
                  <a:pt x="0" y="291"/>
                </a:moveTo>
                <a:lnTo>
                  <a:pt x="212" y="116"/>
                </a:lnTo>
                <a:lnTo>
                  <a:pt x="389" y="267"/>
                </a:lnTo>
                <a:lnTo>
                  <a:pt x="643" y="0"/>
                </a:lnTo>
                <a:lnTo>
                  <a:pt x="643" y="429"/>
                </a:lnTo>
                <a:lnTo>
                  <a:pt x="170" y="429"/>
                </a:lnTo>
                <a:lnTo>
                  <a:pt x="0" y="291"/>
                </a:lnTo>
                <a:close/>
              </a:path>
            </a:pathLst>
          </a:custGeom>
          <a:solidFill>
            <a:schemeClr val="tx1">
              <a:lumMod val="75000"/>
            </a:schemeClr>
          </a:solidFill>
          <a:ln>
            <a:noFill/>
          </a:ln>
        </p:spPr>
        <p:txBody>
          <a:bodyPr wrap="square">
            <a:normAutofit/>
          </a:bodyPr>
          <a:lstStyle/>
          <a:p>
            <a:endParaRPr lang="zh-CN" altLang="en-US" sz="1800"/>
          </a:p>
        </p:txBody>
      </p:sp>
      <p:sp>
        <p:nvSpPr>
          <p:cNvPr id="60" name="Freeform 26"/>
          <p:cNvSpPr/>
          <p:nvPr/>
        </p:nvSpPr>
        <p:spPr bwMode="auto">
          <a:xfrm>
            <a:off x="781050" y="546099"/>
            <a:ext cx="1423664" cy="926549"/>
          </a:xfrm>
          <a:custGeom>
            <a:avLst/>
            <a:gdLst>
              <a:gd name="T0" fmla="*/ 63 w 305"/>
              <a:gd name="T1" fmla="*/ 198 h 198"/>
              <a:gd name="T2" fmla="*/ 236 w 305"/>
              <a:gd name="T3" fmla="*/ 198 h 198"/>
              <a:gd name="T4" fmla="*/ 296 w 305"/>
              <a:gd name="T5" fmla="*/ 118 h 198"/>
              <a:gd name="T6" fmla="*/ 192 w 305"/>
              <a:gd name="T7" fmla="*/ 60 h 198"/>
              <a:gd name="T8" fmla="*/ 117 w 305"/>
              <a:gd name="T9" fmla="*/ 11 h 198"/>
              <a:gd name="T10" fmla="*/ 57 w 305"/>
              <a:gd name="T11" fmla="*/ 78 h 198"/>
              <a:gd name="T12" fmla="*/ 0 w 305"/>
              <a:gd name="T13" fmla="*/ 144 h 198"/>
              <a:gd name="T14" fmla="*/ 63 w 305"/>
              <a:gd name="T15" fmla="*/ 198 h 1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5" h="198">
                <a:moveTo>
                  <a:pt x="63" y="198"/>
                </a:moveTo>
                <a:cubicBezTo>
                  <a:pt x="63" y="198"/>
                  <a:pt x="202" y="198"/>
                  <a:pt x="236" y="198"/>
                </a:cubicBezTo>
                <a:cubicBezTo>
                  <a:pt x="271" y="198"/>
                  <a:pt x="305" y="163"/>
                  <a:pt x="296" y="118"/>
                </a:cubicBezTo>
                <a:cubicBezTo>
                  <a:pt x="288" y="72"/>
                  <a:pt x="229" y="40"/>
                  <a:pt x="192" y="60"/>
                </a:cubicBezTo>
                <a:cubicBezTo>
                  <a:pt x="192" y="60"/>
                  <a:pt x="179" y="0"/>
                  <a:pt x="117" y="11"/>
                </a:cubicBezTo>
                <a:cubicBezTo>
                  <a:pt x="54" y="22"/>
                  <a:pt x="57" y="78"/>
                  <a:pt x="57" y="78"/>
                </a:cubicBezTo>
                <a:cubicBezTo>
                  <a:pt x="57" y="78"/>
                  <a:pt x="0" y="87"/>
                  <a:pt x="0" y="144"/>
                </a:cubicBezTo>
                <a:cubicBezTo>
                  <a:pt x="0" y="179"/>
                  <a:pt x="28" y="198"/>
                  <a:pt x="63" y="198"/>
                </a:cubicBezTo>
                <a:close/>
              </a:path>
            </a:pathLst>
          </a:custGeom>
          <a:solidFill>
            <a:schemeClr val="accent1"/>
          </a:solidFill>
          <a:ln>
            <a:noFill/>
          </a:ln>
        </p:spPr>
        <p:txBody>
          <a:bodyPr wrap="square">
            <a:normAutofit/>
          </a:bodyPr>
          <a:lstStyle/>
          <a:p>
            <a:endParaRPr lang="zh-CN" altLang="en-US" sz="1800"/>
          </a:p>
        </p:txBody>
      </p:sp>
      <p:sp>
        <p:nvSpPr>
          <p:cNvPr id="61" name="Freeform 27"/>
          <p:cNvSpPr/>
          <p:nvPr/>
        </p:nvSpPr>
        <p:spPr bwMode="auto">
          <a:xfrm>
            <a:off x="10770036" y="1643020"/>
            <a:ext cx="975560" cy="634814"/>
          </a:xfrm>
          <a:custGeom>
            <a:avLst/>
            <a:gdLst>
              <a:gd name="T0" fmla="*/ 43 w 209"/>
              <a:gd name="T1" fmla="*/ 136 h 136"/>
              <a:gd name="T2" fmla="*/ 162 w 209"/>
              <a:gd name="T3" fmla="*/ 136 h 136"/>
              <a:gd name="T4" fmla="*/ 203 w 209"/>
              <a:gd name="T5" fmla="*/ 81 h 136"/>
              <a:gd name="T6" fmla="*/ 132 w 209"/>
              <a:gd name="T7" fmla="*/ 41 h 136"/>
              <a:gd name="T8" fmla="*/ 80 w 209"/>
              <a:gd name="T9" fmla="*/ 7 h 136"/>
              <a:gd name="T10" fmla="*/ 39 w 209"/>
              <a:gd name="T11" fmla="*/ 53 h 136"/>
              <a:gd name="T12" fmla="*/ 0 w 209"/>
              <a:gd name="T13" fmla="*/ 98 h 136"/>
              <a:gd name="T14" fmla="*/ 43 w 209"/>
              <a:gd name="T15" fmla="*/ 136 h 1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9" h="136">
                <a:moveTo>
                  <a:pt x="43" y="136"/>
                </a:moveTo>
                <a:cubicBezTo>
                  <a:pt x="43" y="136"/>
                  <a:pt x="138" y="136"/>
                  <a:pt x="162" y="136"/>
                </a:cubicBezTo>
                <a:cubicBezTo>
                  <a:pt x="185" y="136"/>
                  <a:pt x="209" y="112"/>
                  <a:pt x="203" y="81"/>
                </a:cubicBezTo>
                <a:cubicBezTo>
                  <a:pt x="197" y="49"/>
                  <a:pt x="157" y="27"/>
                  <a:pt x="132" y="41"/>
                </a:cubicBezTo>
                <a:cubicBezTo>
                  <a:pt x="132" y="41"/>
                  <a:pt x="123" y="0"/>
                  <a:pt x="80" y="7"/>
                </a:cubicBezTo>
                <a:cubicBezTo>
                  <a:pt x="37" y="15"/>
                  <a:pt x="39" y="53"/>
                  <a:pt x="39" y="53"/>
                </a:cubicBezTo>
                <a:cubicBezTo>
                  <a:pt x="39" y="53"/>
                  <a:pt x="0" y="60"/>
                  <a:pt x="0" y="98"/>
                </a:cubicBezTo>
                <a:cubicBezTo>
                  <a:pt x="0" y="123"/>
                  <a:pt x="19" y="136"/>
                  <a:pt x="43" y="136"/>
                </a:cubicBezTo>
                <a:close/>
              </a:path>
            </a:pathLst>
          </a:custGeom>
          <a:solidFill>
            <a:schemeClr val="accent1"/>
          </a:solidFill>
          <a:ln>
            <a:noFill/>
          </a:ln>
        </p:spPr>
        <p:txBody>
          <a:bodyPr wrap="square">
            <a:normAutofit/>
          </a:bodyPr>
          <a:lstStyle/>
          <a:p>
            <a:endParaRPr lang="zh-CN" altLang="en-US" sz="1800"/>
          </a:p>
        </p:txBody>
      </p:sp>
      <p:sp>
        <p:nvSpPr>
          <p:cNvPr id="62" name="Freeform 28"/>
          <p:cNvSpPr/>
          <p:nvPr/>
        </p:nvSpPr>
        <p:spPr bwMode="auto">
          <a:xfrm>
            <a:off x="8578528" y="5006135"/>
            <a:ext cx="728169" cy="476111"/>
          </a:xfrm>
          <a:custGeom>
            <a:avLst/>
            <a:gdLst>
              <a:gd name="T0" fmla="*/ 32 w 156"/>
              <a:gd name="T1" fmla="*/ 102 h 102"/>
              <a:gd name="T2" fmla="*/ 121 w 156"/>
              <a:gd name="T3" fmla="*/ 102 h 102"/>
              <a:gd name="T4" fmla="*/ 152 w 156"/>
              <a:gd name="T5" fmla="*/ 60 h 102"/>
              <a:gd name="T6" fmla="*/ 98 w 156"/>
              <a:gd name="T7" fmla="*/ 31 h 102"/>
              <a:gd name="T8" fmla="*/ 60 w 156"/>
              <a:gd name="T9" fmla="*/ 6 h 102"/>
              <a:gd name="T10" fmla="*/ 29 w 156"/>
              <a:gd name="T11" fmla="*/ 40 h 102"/>
              <a:gd name="T12" fmla="*/ 0 w 156"/>
              <a:gd name="T13" fmla="*/ 74 h 102"/>
              <a:gd name="T14" fmla="*/ 32 w 156"/>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6" h="102">
                <a:moveTo>
                  <a:pt x="32" y="102"/>
                </a:moveTo>
                <a:cubicBezTo>
                  <a:pt x="32" y="102"/>
                  <a:pt x="104" y="102"/>
                  <a:pt x="121" y="102"/>
                </a:cubicBezTo>
                <a:cubicBezTo>
                  <a:pt x="139" y="102"/>
                  <a:pt x="156" y="84"/>
                  <a:pt x="152" y="60"/>
                </a:cubicBezTo>
                <a:cubicBezTo>
                  <a:pt x="147" y="37"/>
                  <a:pt x="117" y="21"/>
                  <a:pt x="98" y="31"/>
                </a:cubicBezTo>
                <a:cubicBezTo>
                  <a:pt x="98" y="31"/>
                  <a:pt x="92" y="0"/>
                  <a:pt x="60" y="6"/>
                </a:cubicBezTo>
                <a:cubicBezTo>
                  <a:pt x="28" y="11"/>
                  <a:pt x="29" y="40"/>
                  <a:pt x="29" y="40"/>
                </a:cubicBezTo>
                <a:cubicBezTo>
                  <a:pt x="29" y="40"/>
                  <a:pt x="0" y="45"/>
                  <a:pt x="0" y="74"/>
                </a:cubicBezTo>
                <a:cubicBezTo>
                  <a:pt x="0" y="92"/>
                  <a:pt x="14" y="102"/>
                  <a:pt x="32" y="102"/>
                </a:cubicBezTo>
                <a:close/>
              </a:path>
            </a:pathLst>
          </a:custGeom>
          <a:solidFill>
            <a:schemeClr val="accent1"/>
          </a:solidFill>
          <a:ln>
            <a:noFill/>
          </a:ln>
        </p:spPr>
        <p:txBody>
          <a:bodyPr wrap="square">
            <a:normAutofit/>
          </a:bodyPr>
          <a:lstStyle/>
          <a:p>
            <a:endParaRPr lang="zh-CN" altLang="en-US" sz="1800"/>
          </a:p>
        </p:txBody>
      </p:sp>
      <p:sp>
        <p:nvSpPr>
          <p:cNvPr id="63" name="Freeform 29"/>
          <p:cNvSpPr/>
          <p:nvPr/>
        </p:nvSpPr>
        <p:spPr bwMode="auto">
          <a:xfrm>
            <a:off x="10144558" y="5617611"/>
            <a:ext cx="455106" cy="296401"/>
          </a:xfrm>
          <a:custGeom>
            <a:avLst/>
            <a:gdLst>
              <a:gd name="T0" fmla="*/ 20 w 97"/>
              <a:gd name="T1" fmla="*/ 63 h 63"/>
              <a:gd name="T2" fmla="*/ 75 w 97"/>
              <a:gd name="T3" fmla="*/ 63 h 63"/>
              <a:gd name="T4" fmla="*/ 94 w 97"/>
              <a:gd name="T5" fmla="*/ 37 h 63"/>
              <a:gd name="T6" fmla="*/ 61 w 97"/>
              <a:gd name="T7" fmla="*/ 19 h 63"/>
              <a:gd name="T8" fmla="*/ 37 w 97"/>
              <a:gd name="T9" fmla="*/ 3 h 63"/>
              <a:gd name="T10" fmla="*/ 18 w 97"/>
              <a:gd name="T11" fmla="*/ 25 h 63"/>
              <a:gd name="T12" fmla="*/ 0 w 97"/>
              <a:gd name="T13" fmla="*/ 46 h 63"/>
              <a:gd name="T14" fmla="*/ 20 w 97"/>
              <a:gd name="T15" fmla="*/ 63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7" h="63">
                <a:moveTo>
                  <a:pt x="20" y="63"/>
                </a:moveTo>
                <a:cubicBezTo>
                  <a:pt x="20" y="63"/>
                  <a:pt x="64" y="63"/>
                  <a:pt x="75" y="63"/>
                </a:cubicBezTo>
                <a:cubicBezTo>
                  <a:pt x="86" y="63"/>
                  <a:pt x="97" y="52"/>
                  <a:pt x="94" y="37"/>
                </a:cubicBezTo>
                <a:cubicBezTo>
                  <a:pt x="92" y="23"/>
                  <a:pt x="73" y="13"/>
                  <a:pt x="61" y="19"/>
                </a:cubicBezTo>
                <a:cubicBezTo>
                  <a:pt x="61" y="19"/>
                  <a:pt x="57" y="0"/>
                  <a:pt x="37" y="3"/>
                </a:cubicBezTo>
                <a:cubicBezTo>
                  <a:pt x="17" y="7"/>
                  <a:pt x="18" y="25"/>
                  <a:pt x="18" y="25"/>
                </a:cubicBezTo>
                <a:cubicBezTo>
                  <a:pt x="18" y="25"/>
                  <a:pt x="0" y="28"/>
                  <a:pt x="0" y="46"/>
                </a:cubicBezTo>
                <a:cubicBezTo>
                  <a:pt x="0" y="57"/>
                  <a:pt x="8" y="63"/>
                  <a:pt x="20" y="63"/>
                </a:cubicBezTo>
                <a:close/>
              </a:path>
            </a:pathLst>
          </a:custGeom>
          <a:solidFill>
            <a:schemeClr val="accent1"/>
          </a:solidFill>
          <a:ln>
            <a:noFill/>
          </a:ln>
        </p:spPr>
        <p:txBody>
          <a:bodyPr wrap="square">
            <a:normAutofit fontScale="85000" lnSpcReduction="20000"/>
          </a:bodyPr>
          <a:lstStyle/>
          <a:p>
            <a:endParaRPr lang="zh-CN" altLang="en-US" sz="1800"/>
          </a:p>
        </p:txBody>
      </p:sp>
      <p:sp>
        <p:nvSpPr>
          <p:cNvPr id="64" name="Freeform 30"/>
          <p:cNvSpPr/>
          <p:nvPr/>
        </p:nvSpPr>
        <p:spPr bwMode="auto">
          <a:xfrm>
            <a:off x="2589804" y="5197513"/>
            <a:ext cx="578801" cy="378088"/>
          </a:xfrm>
          <a:custGeom>
            <a:avLst/>
            <a:gdLst>
              <a:gd name="T0" fmla="*/ 26 w 124"/>
              <a:gd name="T1" fmla="*/ 81 h 81"/>
              <a:gd name="T2" fmla="*/ 96 w 124"/>
              <a:gd name="T3" fmla="*/ 81 h 81"/>
              <a:gd name="T4" fmla="*/ 121 w 124"/>
              <a:gd name="T5" fmla="*/ 48 h 81"/>
              <a:gd name="T6" fmla="*/ 78 w 124"/>
              <a:gd name="T7" fmla="*/ 24 h 81"/>
              <a:gd name="T8" fmla="*/ 47 w 124"/>
              <a:gd name="T9" fmla="*/ 4 h 81"/>
              <a:gd name="T10" fmla="*/ 23 w 124"/>
              <a:gd name="T11" fmla="*/ 32 h 81"/>
              <a:gd name="T12" fmla="*/ 0 w 124"/>
              <a:gd name="T13" fmla="*/ 58 h 81"/>
              <a:gd name="T14" fmla="*/ 26 w 124"/>
              <a:gd name="T15" fmla="*/ 81 h 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81">
                <a:moveTo>
                  <a:pt x="26" y="81"/>
                </a:moveTo>
                <a:cubicBezTo>
                  <a:pt x="26" y="81"/>
                  <a:pt x="82" y="81"/>
                  <a:pt x="96" y="81"/>
                </a:cubicBezTo>
                <a:cubicBezTo>
                  <a:pt x="110" y="81"/>
                  <a:pt x="124" y="67"/>
                  <a:pt x="121" y="48"/>
                </a:cubicBezTo>
                <a:cubicBezTo>
                  <a:pt x="117" y="29"/>
                  <a:pt x="93" y="16"/>
                  <a:pt x="78" y="24"/>
                </a:cubicBezTo>
                <a:cubicBezTo>
                  <a:pt x="78" y="24"/>
                  <a:pt x="73" y="0"/>
                  <a:pt x="47" y="4"/>
                </a:cubicBezTo>
                <a:cubicBezTo>
                  <a:pt x="22" y="9"/>
                  <a:pt x="23" y="32"/>
                  <a:pt x="23" y="32"/>
                </a:cubicBezTo>
                <a:cubicBezTo>
                  <a:pt x="23" y="32"/>
                  <a:pt x="0" y="36"/>
                  <a:pt x="0" y="58"/>
                </a:cubicBezTo>
                <a:cubicBezTo>
                  <a:pt x="0" y="73"/>
                  <a:pt x="11" y="81"/>
                  <a:pt x="26" y="81"/>
                </a:cubicBezTo>
                <a:close/>
              </a:path>
            </a:pathLst>
          </a:custGeom>
          <a:solidFill>
            <a:schemeClr val="accent1"/>
          </a:solidFill>
          <a:ln>
            <a:noFill/>
          </a:ln>
        </p:spPr>
        <p:txBody>
          <a:bodyPr wrap="square">
            <a:normAutofit/>
          </a:bodyPr>
          <a:lstStyle/>
          <a:p>
            <a:endParaRPr lang="zh-CN" altLang="en-US" sz="1800"/>
          </a:p>
        </p:txBody>
      </p:sp>
      <p:sp>
        <p:nvSpPr>
          <p:cNvPr id="2" name="Title 1"/>
          <p:cNvSpPr>
            <a:spLocks noGrp="1"/>
          </p:cNvSpPr>
          <p:nvPr>
            <p:ph type="title"/>
          </p:nvPr>
        </p:nvSpPr>
        <p:spPr>
          <a:xfrm>
            <a:off x="1864800" y="2034000"/>
            <a:ext cx="8463600" cy="1447200"/>
          </a:xfrm>
        </p:spPr>
        <p:txBody>
          <a:bodyPr wrap="square" anchor="ctr">
            <a:normAutofit/>
          </a:bodyPr>
          <a:lstStyle>
            <a:lvl1pPr>
              <a:defRPr sz="4400"/>
            </a:lvl1pPr>
          </a:lstStyle>
          <a:p>
            <a:r>
              <a:rPr lang="zh-CN" altLang="en-US" dirty="0"/>
              <a:t>单击此处编辑母版标题样式</a:t>
            </a:r>
            <a:endParaRPr lang="en-US" dirty="0"/>
          </a:p>
        </p:txBody>
      </p:sp>
      <p:sp>
        <p:nvSpPr>
          <p:cNvPr id="3" name="Date Placeholder 3"/>
          <p:cNvSpPr>
            <a:spLocks noGrp="1"/>
          </p:cNvSpPr>
          <p:nvPr>
            <p:ph type="dt" sz="half" idx="10"/>
          </p:nvPr>
        </p:nvSpPr>
        <p:spPr/>
        <p:txBody>
          <a:bodyPr wrap="square">
            <a:normAutofit/>
          </a:bodyPr>
          <a:lstStyle>
            <a:lvl1pPr>
              <a:defRPr/>
            </a:lvl1pPr>
          </a:lstStyle>
          <a:p>
            <a:fld id="{13D0CE79-49FB-443D-BEF8-6B709DE8FD0C}" type="datetimeFigureOut">
              <a:rPr lang="zh-CN" altLang="en-US" smtClean="0"/>
              <a:t>2025/1/4</a:t>
            </a:fld>
            <a:endParaRPr lang="zh-CN" altLang="en-US"/>
          </a:p>
        </p:txBody>
      </p:sp>
      <p:sp>
        <p:nvSpPr>
          <p:cNvPr id="4" name="Footer Placeholder 4"/>
          <p:cNvSpPr>
            <a:spLocks noGrp="1"/>
          </p:cNvSpPr>
          <p:nvPr>
            <p:ph type="ftr" sz="quarter" idx="11"/>
          </p:nvPr>
        </p:nvSpPr>
        <p:spPr/>
        <p:txBody>
          <a:bodyPr wrap="square">
            <a:normAutofit/>
          </a:bodyPr>
          <a:lstStyle>
            <a:lvl1pPr>
              <a:defRPr/>
            </a:lvl1pPr>
          </a:lstStyle>
          <a:p>
            <a:endParaRPr lang="zh-CN" altLang="en-US"/>
          </a:p>
        </p:txBody>
      </p:sp>
      <p:sp>
        <p:nvSpPr>
          <p:cNvPr id="5" name="Slide Number Placeholder 5"/>
          <p:cNvSpPr>
            <a:spLocks noGrp="1"/>
          </p:cNvSpPr>
          <p:nvPr>
            <p:ph type="sldNum" sz="quarter" idx="12"/>
          </p:nvPr>
        </p:nvSpPr>
        <p:spPr/>
        <p:txBody>
          <a:bodyPr wrap="square">
            <a:normAutofit/>
          </a:bodyPr>
          <a:lstStyle>
            <a:lvl1pPr>
              <a:defRPr/>
            </a:lvl1pPr>
          </a:lstStyle>
          <a:p>
            <a:fld id="{EF906490-237C-474C-BA2E-D98840BC1F8F}" type="slidenum">
              <a:rPr lang="zh-CN" altLang="en-US" smtClean="0"/>
              <a:t>‹#›</a:t>
            </a:fld>
            <a:endParaRPr lang="zh-CN" altLang="en-US"/>
          </a:p>
        </p:txBody>
      </p:sp>
      <p:sp>
        <p:nvSpPr>
          <p:cNvPr id="37" name="文本占位符 36"/>
          <p:cNvSpPr>
            <a:spLocks noGrp="1"/>
          </p:cNvSpPr>
          <p:nvPr>
            <p:ph type="body" sz="quarter" idx="13"/>
          </p:nvPr>
        </p:nvSpPr>
        <p:spPr>
          <a:xfrm>
            <a:off x="2170800" y="3549600"/>
            <a:ext cx="7851600" cy="892800"/>
          </a:xfrm>
        </p:spPr>
        <p:txBody>
          <a:bodyPr wrap="square">
            <a:normAutofit/>
          </a:bodyPr>
          <a:lstStyle>
            <a:lvl1pPr marL="0" indent="0" algn="ctr">
              <a:buNone/>
              <a:defRPr sz="2000"/>
            </a:lvl1pPr>
            <a:lvl2pPr marL="39878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3" name="Date Placeholder 1"/>
          <p:cNvSpPr>
            <a:spLocks noGrp="1"/>
          </p:cNvSpPr>
          <p:nvPr>
            <p:ph type="dt" sz="half" idx="10"/>
          </p:nvPr>
        </p:nvSpPr>
        <p:spPr/>
        <p:txBody>
          <a:bodyPr/>
          <a:lstStyle>
            <a:lvl1pPr>
              <a:defRPr smtClean="0"/>
            </a:lvl1pPr>
          </a:lstStyle>
          <a:p>
            <a:fld id="{13D0CE79-49FB-443D-BEF8-6B709DE8FD0C}" type="datetimeFigureOut">
              <a:rPr lang="zh-CN" altLang="en-US" smtClean="0"/>
              <a:t>2025/1/4</a:t>
            </a:fld>
            <a:endParaRPr lang="zh-CN" altLang="en-US"/>
          </a:p>
        </p:txBody>
      </p:sp>
      <p:sp>
        <p:nvSpPr>
          <p:cNvPr id="4" name="Footer Placeholder 2"/>
          <p:cNvSpPr>
            <a:spLocks noGrp="1"/>
          </p:cNvSpPr>
          <p:nvPr>
            <p:ph type="ftr" sz="quarter" idx="11"/>
          </p:nvPr>
        </p:nvSpPr>
        <p:spPr/>
        <p:txBody>
          <a:bodyPr/>
          <a:lstStyle>
            <a:lvl1pPr>
              <a:defRPr/>
            </a:lvl1pPr>
          </a:lstStyle>
          <a:p>
            <a:endParaRPr lang="zh-CN" altLang="en-US"/>
          </a:p>
        </p:txBody>
      </p:sp>
      <p:sp>
        <p:nvSpPr>
          <p:cNvPr id="5" name="Slide Number Placeholder 3"/>
          <p:cNvSpPr>
            <a:spLocks noGrp="1"/>
          </p:cNvSpPr>
          <p:nvPr>
            <p:ph type="sldNum" sz="quarter" idx="12"/>
          </p:nvPr>
        </p:nvSpPr>
        <p:spPr/>
        <p:txBody>
          <a:bodyPr/>
          <a:lstStyle>
            <a:lvl1pPr>
              <a:defRPr smtClean="0"/>
            </a:lvl1pPr>
          </a:lstStyle>
          <a:p>
            <a:fld id="{EF906490-237C-474C-BA2E-D98840BC1F8F}"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wrap="square">
            <a:normAutofit/>
          </a:bodyPr>
          <a:lstStyle>
            <a:lvl1pPr>
              <a:defRPr sz="3200"/>
            </a:lvl1pPr>
          </a:lstStyle>
          <a:p>
            <a:r>
              <a:rPr lang="zh-CN" altLang="en-US" dirty="0"/>
              <a:t>单击此处编辑母版标题样式</a:t>
            </a:r>
            <a:endParaRPr lang="en-US" dirty="0"/>
          </a:p>
        </p:txBody>
      </p:sp>
      <p:sp>
        <p:nvSpPr>
          <p:cNvPr id="3" name="Picture Placeholder 2"/>
          <p:cNvSpPr>
            <a:spLocks noGrp="1" noChangeAspect="1"/>
          </p:cNvSpPr>
          <p:nvPr>
            <p:ph type="pic" idx="1"/>
          </p:nvPr>
        </p:nvSpPr>
        <p:spPr>
          <a:xfrm>
            <a:off x="5183188" y="987427"/>
            <a:ext cx="6172200" cy="4873625"/>
          </a:xfrm>
        </p:spPr>
        <p:txBody>
          <a:bodyPr wrap="square"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839788" y="2057400"/>
            <a:ext cx="3932237" cy="3811588"/>
          </a:xfrm>
        </p:spPr>
        <p:txBody>
          <a:bodyPr wrap="square">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p:cNvSpPr>
            <a:spLocks noGrp="1"/>
          </p:cNvSpPr>
          <p:nvPr>
            <p:ph type="dt" sz="half" idx="10"/>
          </p:nvPr>
        </p:nvSpPr>
        <p:spPr/>
        <p:txBody>
          <a:bodyPr wrap="square">
            <a:normAutofit/>
          </a:bodyPr>
          <a:lstStyle>
            <a:lvl1pPr>
              <a:defRPr/>
            </a:lvl1pPr>
          </a:lstStyle>
          <a:p>
            <a:fld id="{13D0CE79-49FB-443D-BEF8-6B709DE8FD0C}" type="datetimeFigureOut">
              <a:rPr lang="zh-CN" altLang="en-US" smtClean="0"/>
              <a:t>2025/1/4</a:t>
            </a:fld>
            <a:endParaRPr lang="zh-CN" altLang="en-US"/>
          </a:p>
        </p:txBody>
      </p:sp>
      <p:sp>
        <p:nvSpPr>
          <p:cNvPr id="6" name="Footer Placeholder 4"/>
          <p:cNvSpPr>
            <a:spLocks noGrp="1"/>
          </p:cNvSpPr>
          <p:nvPr>
            <p:ph type="ftr" sz="quarter" idx="11"/>
          </p:nvPr>
        </p:nvSpPr>
        <p:spPr/>
        <p:txBody>
          <a:bodyPr wrap="square">
            <a:normAutofit/>
          </a:bodyPr>
          <a:lstStyle>
            <a:lvl1pPr>
              <a:defRPr/>
            </a:lvl1pPr>
          </a:lstStyle>
          <a:p>
            <a:endParaRPr lang="zh-CN" altLang="en-US"/>
          </a:p>
        </p:txBody>
      </p:sp>
      <p:sp>
        <p:nvSpPr>
          <p:cNvPr id="7" name="Slide Number Placeholder 5"/>
          <p:cNvSpPr>
            <a:spLocks noGrp="1"/>
          </p:cNvSpPr>
          <p:nvPr>
            <p:ph type="sldNum" sz="quarter" idx="12"/>
          </p:nvPr>
        </p:nvSpPr>
        <p:spPr/>
        <p:txBody>
          <a:bodyPr wrap="square">
            <a:normAutofit/>
          </a:bodyPr>
          <a:lstStyle>
            <a:lvl1pPr>
              <a:defRPr/>
            </a:lvl1pPr>
          </a:lstStyle>
          <a:p>
            <a:fld id="{EF906490-237C-474C-BA2E-D98840BC1F8F}"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79665" y="365125"/>
            <a:ext cx="1274136" cy="5811838"/>
          </a:xfrm>
        </p:spPr>
        <p:txBody>
          <a:bodyPr vert="eaVert" wrap="square" anchor="ctr">
            <a:normAutofit/>
          </a:bodyPr>
          <a:lstStyle>
            <a:lvl1pPr algn="l">
              <a:defRPr/>
            </a:lvl1pPr>
          </a:lstStyle>
          <a:p>
            <a:r>
              <a:rPr lang="zh-CN" altLang="en-US" dirty="0"/>
              <a:t>单击此处编辑母版标题样式</a:t>
            </a:r>
            <a:endParaRPr lang="en-US" dirty="0"/>
          </a:p>
        </p:txBody>
      </p:sp>
      <p:sp>
        <p:nvSpPr>
          <p:cNvPr id="3" name="Vertical Text Placeholder 2"/>
          <p:cNvSpPr>
            <a:spLocks noGrp="1"/>
          </p:cNvSpPr>
          <p:nvPr>
            <p:ph type="body" orient="vert" idx="1"/>
          </p:nvPr>
        </p:nvSpPr>
        <p:spPr>
          <a:xfrm>
            <a:off x="838200" y="365125"/>
            <a:ext cx="9071343" cy="5811838"/>
          </a:xfrm>
        </p:spPr>
        <p:txBody>
          <a:bodyPr vert="eaVert" wrap="square">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wrap="square">
            <a:normAutofit/>
          </a:bodyPr>
          <a:lstStyle>
            <a:lvl1pPr>
              <a:defRPr/>
            </a:lvl1pPr>
          </a:lstStyle>
          <a:p>
            <a:fld id="{13D0CE79-49FB-443D-BEF8-6B709DE8FD0C}" type="datetimeFigureOut">
              <a:rPr lang="zh-CN" altLang="en-US" smtClean="0"/>
              <a:t>2025/1/4</a:t>
            </a:fld>
            <a:endParaRPr lang="zh-CN" altLang="en-US"/>
          </a:p>
        </p:txBody>
      </p:sp>
      <p:sp>
        <p:nvSpPr>
          <p:cNvPr id="5" name="Footer Placeholder 4"/>
          <p:cNvSpPr>
            <a:spLocks noGrp="1"/>
          </p:cNvSpPr>
          <p:nvPr>
            <p:ph type="ftr" sz="quarter" idx="11"/>
          </p:nvPr>
        </p:nvSpPr>
        <p:spPr/>
        <p:txBody>
          <a:bodyPr wrap="square">
            <a:normAutofit/>
          </a:bodyPr>
          <a:lstStyle>
            <a:lvl1pPr>
              <a:defRPr/>
            </a:lvl1pPr>
          </a:lstStyle>
          <a:p>
            <a:endParaRPr lang="zh-CN" altLang="en-US"/>
          </a:p>
        </p:txBody>
      </p:sp>
      <p:sp>
        <p:nvSpPr>
          <p:cNvPr id="6" name="Slide Number Placeholder 5"/>
          <p:cNvSpPr>
            <a:spLocks noGrp="1"/>
          </p:cNvSpPr>
          <p:nvPr>
            <p:ph type="sldNum" sz="quarter" idx="12"/>
          </p:nvPr>
        </p:nvSpPr>
        <p:spPr/>
        <p:txBody>
          <a:bodyPr wrap="square">
            <a:normAutofit/>
          </a:bodyPr>
          <a:lstStyle>
            <a:lvl1pPr>
              <a:defRPr/>
            </a:lvl1pPr>
          </a:lstStyle>
          <a:p>
            <a:fld id="{EF906490-237C-474C-BA2E-D98840BC1F8F}"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13D0CE79-49FB-443D-BEF8-6B709DE8FD0C}" type="datetimeFigureOut">
              <a:rPr lang="zh-CN" altLang="en-US" smtClean="0"/>
              <a:t>2025/1/4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F906490-237C-474C-BA2E-D98840BC1F8F}" type="slidenum">
              <a:rPr lang="zh-CN" altLang="en-US" smtClean="0"/>
              <a:t>‹#›</a:t>
            </a:fld>
            <a:endParaRPr lang="zh-CN" altLang="en-US"/>
          </a:p>
        </p:txBody>
      </p:sp>
      <p:sp>
        <p:nvSpPr>
          <p:cNvPr id="8" name="内容占位符 7"/>
          <p:cNvSpPr>
            <a:spLocks noGrp="1"/>
          </p:cNvSpPr>
          <p:nvPr>
            <p:ph sz="quarter" idx="13"/>
          </p:nvPr>
        </p:nvSpPr>
        <p:spPr>
          <a:xfrm>
            <a:off x="615840" y="552450"/>
            <a:ext cx="10952384" cy="552926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ags" Target="../tags/tag3.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ags" Target="../tags/tag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theme" Target="../theme/theme2.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style>
          <a:lnRef idx="0">
            <a:schemeClr val="dk1"/>
          </a:lnRef>
          <a:fillRef idx="3">
            <a:schemeClr val="dk1"/>
          </a:fillRef>
          <a:effectRef idx="3">
            <a:schemeClr val="dk1"/>
          </a:effectRef>
          <a:fontRef idx="none"/>
        </p:style>
        <p:txBody>
          <a:bodyPr vert="horz" lIns="91440" tIns="45720" rIns="91440" bIns="45720" rtlCol="0" anchor="ctr"/>
          <a:lstStyle>
            <a:lvl1pPr algn="l">
              <a:defRPr sz="900">
                <a:solidFill>
                  <a:schemeClr val="tx1">
                    <a:tint val="75000"/>
                  </a:schemeClr>
                </a:solidFill>
              </a:defRPr>
            </a:lvl1pPr>
          </a:lstStyle>
          <a:p>
            <a:fld id="{136F3E29-AB0E-4383-BA1A-93613DA3AB01}" type="datetime1">
              <a:rPr lang="zh-CN" altLang="en-US" smtClean="0"/>
              <a:t>2025/1/4</a:t>
            </a:fld>
            <a:endParaRPr lang="zh-CN" altLang="en-US" dirty="0"/>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GB" altLang="en-US" dirty="0"/>
              <a:t>©2015-2020 Data Science &amp; Service </a:t>
            </a:r>
            <a:r>
              <a:rPr lang="en-GB" altLang="en-US" dirty="0" err="1"/>
              <a:t>Center</a:t>
            </a:r>
            <a:endParaRPr lang="zh-CN" altLang="en-US" dirty="0"/>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5C61107-C9B8-45B5-BD23-C8A00455B7E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027" name="Text Placeholder 2"/>
          <p:cNvSpPr>
            <a:spLocks noGrp="1"/>
          </p:cNvSpPr>
          <p:nvPr>
            <p:ph type="body" idx="1"/>
            <p:custDataLst>
              <p:tags r:id="rId12"/>
            </p:custDataLst>
          </p:nvPr>
        </p:nvSpPr>
        <p:spPr bwMode="auto">
          <a:xfrm>
            <a:off x="838199" y="1417378"/>
            <a:ext cx="10515601" cy="4837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defTabSz="1218565" eaLnBrk="1" hangingPunct="1">
              <a:spcBef>
                <a:spcPts val="0"/>
              </a:spcBef>
              <a:spcAft>
                <a:spcPts val="0"/>
              </a:spcAft>
              <a:defRPr sz="1200" smtClean="0">
                <a:solidFill>
                  <a:schemeClr val="bg1">
                    <a:lumMod val="65000"/>
                  </a:schemeClr>
                </a:solidFill>
                <a:latin typeface="+mn-lt"/>
                <a:ea typeface="+mn-ea"/>
              </a:defRPr>
            </a:lvl1pPr>
          </a:lstStyle>
          <a:p>
            <a:fld id="{13D0CE79-49FB-443D-BEF8-6B709DE8FD0C}" type="datetimeFigureOut">
              <a:rPr lang="zh-CN" altLang="en-US" smtClean="0"/>
              <a:t>2025/1/4</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defTabSz="1218565" eaLnBrk="1" hangingPunct="1">
              <a:spcBef>
                <a:spcPts val="0"/>
              </a:spcBef>
              <a:spcAft>
                <a:spcPts val="0"/>
              </a:spcAft>
              <a:defRPr sz="1200">
                <a:solidFill>
                  <a:schemeClr val="bg1">
                    <a:lumMod val="65000"/>
                  </a:schemeClr>
                </a:solidFill>
                <a:latin typeface="+mn-lt"/>
                <a:ea typeface="+mn-ea"/>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defTabSz="1218565" eaLnBrk="1" hangingPunct="1">
              <a:spcBef>
                <a:spcPts val="0"/>
              </a:spcBef>
              <a:spcAft>
                <a:spcPts val="0"/>
              </a:spcAft>
              <a:defRPr sz="1200" smtClean="0">
                <a:solidFill>
                  <a:schemeClr val="bg1">
                    <a:lumMod val="65000"/>
                  </a:schemeClr>
                </a:solidFill>
                <a:latin typeface="+mn-lt"/>
                <a:ea typeface="+mn-ea"/>
              </a:defRPr>
            </a:lvl1pPr>
          </a:lstStyle>
          <a:p>
            <a:fld id="{EF906490-237C-474C-BA2E-D98840BC1F8F}" type="slidenum">
              <a:rPr lang="zh-CN" altLang="en-US" smtClean="0"/>
              <a:t>‹#›</a:t>
            </a:fld>
            <a:endParaRPr lang="zh-CN" altLang="en-US"/>
          </a:p>
        </p:txBody>
      </p:sp>
      <p:sp>
        <p:nvSpPr>
          <p:cNvPr id="1031" name="Title Placeholder 1"/>
          <p:cNvSpPr>
            <a:spLocks noGrp="1"/>
          </p:cNvSpPr>
          <p:nvPr>
            <p:ph type="title"/>
            <p:custDataLst>
              <p:tags r:id="rId13"/>
            </p:custDataLst>
          </p:nvPr>
        </p:nvSpPr>
        <p:spPr bwMode="auto">
          <a:xfrm>
            <a:off x="2172388" y="514884"/>
            <a:ext cx="7391612"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dirty="0"/>
              <a:t>单击此处编辑母版标题样式</a:t>
            </a:r>
            <a:endParaRPr lang="en-US" dirty="0"/>
          </a:p>
        </p:txBody>
      </p:sp>
      <p:sp>
        <p:nvSpPr>
          <p:cNvPr id="61" name="Line 50"/>
          <p:cNvSpPr>
            <a:spLocks noChangeShapeType="1"/>
          </p:cNvSpPr>
          <p:nvPr/>
        </p:nvSpPr>
        <p:spPr bwMode="auto">
          <a:xfrm>
            <a:off x="0" y="815715"/>
            <a:ext cx="2172388" cy="0"/>
          </a:xfrm>
          <a:prstGeom prst="line">
            <a:avLst/>
          </a:prstGeom>
          <a:noFill/>
          <a:ln w="9525"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62" name="Line 51"/>
          <p:cNvSpPr>
            <a:spLocks noChangeShapeType="1"/>
          </p:cNvSpPr>
          <p:nvPr/>
        </p:nvSpPr>
        <p:spPr bwMode="auto">
          <a:xfrm>
            <a:off x="9564000" y="815715"/>
            <a:ext cx="2628000" cy="0"/>
          </a:xfrm>
          <a:prstGeom prst="line">
            <a:avLst/>
          </a:prstGeom>
          <a:noFill/>
          <a:ln w="9525"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Lst>
  <p:txStyles>
    <p:titleStyle>
      <a:lvl1pPr algn="ctr" rtl="0" eaLnBrk="1" fontAlgn="base" hangingPunct="1">
        <a:lnSpc>
          <a:spcPct val="90000"/>
        </a:lnSpc>
        <a:spcBef>
          <a:spcPct val="0"/>
        </a:spcBef>
        <a:spcAft>
          <a:spcPct val="0"/>
        </a:spcAft>
        <a:defRPr sz="2800" kern="1200">
          <a:solidFill>
            <a:schemeClr val="accent1"/>
          </a:solidFill>
          <a:latin typeface="+mj-lt"/>
          <a:ea typeface="+mj-ea"/>
          <a:cs typeface="+mj-cs"/>
        </a:defRPr>
      </a:lvl1pPr>
      <a:lvl2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2pPr>
      <a:lvl3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3pPr>
      <a:lvl4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4pPr>
      <a:lvl5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5pPr>
      <a:lvl6pPr marL="4572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6pPr>
      <a:lvl7pPr marL="9144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7pPr>
      <a:lvl8pPr marL="13716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8pPr>
      <a:lvl9pPr marL="18288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9pPr>
    </p:titleStyle>
    <p:bodyStyle>
      <a:lvl1pPr marL="357505" indent="-357505" algn="l" rtl="0" eaLnBrk="1" fontAlgn="base" hangingPunct="1">
        <a:lnSpc>
          <a:spcPct val="130000"/>
        </a:lnSpc>
        <a:spcBef>
          <a:spcPts val="1800"/>
        </a:spcBef>
        <a:spcAft>
          <a:spcPct val="0"/>
        </a:spcAft>
        <a:buClr>
          <a:schemeClr val="tx1"/>
        </a:buClr>
        <a:buSzPct val="80000"/>
        <a:buFont typeface="Wingdings" panose="05000000000000000000" pitchFamily="2" charset="2"/>
        <a:buChar char="ü"/>
        <a:defRPr sz="2400" kern="1200">
          <a:solidFill>
            <a:schemeClr val="tx1"/>
          </a:solidFill>
          <a:latin typeface="+mn-lt"/>
          <a:ea typeface="+mn-ea"/>
          <a:cs typeface="+mn-cs"/>
        </a:defRPr>
      </a:lvl1pPr>
      <a:lvl2pPr marL="756285" indent="-357505" algn="l" rtl="0" eaLnBrk="1" fontAlgn="base" hangingPunct="1">
        <a:lnSpc>
          <a:spcPct val="130000"/>
        </a:lnSpc>
        <a:spcBef>
          <a:spcPct val="0"/>
        </a:spcBef>
        <a:spcAft>
          <a:spcPct val="0"/>
        </a:spcAft>
        <a:buClr>
          <a:schemeClr val="tx1"/>
        </a:buClr>
        <a:buFont typeface="Wingdings" panose="05000000000000000000" pitchFamily="2" charset="2"/>
        <a:buChar char="ü"/>
        <a:defRPr sz="2000" kern="1200">
          <a:solidFill>
            <a:schemeClr val="tx1"/>
          </a:solidFill>
          <a:latin typeface="+mn-lt"/>
          <a:ea typeface="+mn-ea"/>
          <a:cs typeface="+mn-cs"/>
        </a:defRPr>
      </a:lvl2pPr>
      <a:lvl3pPr marL="1143000" indent="-228600" algn="l" rtl="0" eaLnBrk="1" fontAlgn="base" hangingPunct="1">
        <a:lnSpc>
          <a:spcPct val="130000"/>
        </a:lnSpc>
        <a:spcBef>
          <a:spcPts val="500"/>
        </a:spcBef>
        <a:spcAft>
          <a:spcPct val="0"/>
        </a:spcAft>
        <a:buFont typeface="Wingdings" panose="05000000000000000000" pitchFamily="2" charset="2"/>
        <a:buChar char="ü"/>
        <a:defRPr sz="1800" kern="1200">
          <a:solidFill>
            <a:schemeClr val="tx1"/>
          </a:solidFill>
          <a:latin typeface="+mn-lt"/>
          <a:ea typeface="+mn-ea"/>
          <a:cs typeface="+mn-cs"/>
        </a:defRPr>
      </a:lvl3pPr>
      <a:lvl4pPr marL="1600200" indent="-228600" algn="l" rtl="0" eaLnBrk="1" fontAlgn="base" hangingPunct="1">
        <a:lnSpc>
          <a:spcPct val="130000"/>
        </a:lnSpc>
        <a:spcBef>
          <a:spcPts val="500"/>
        </a:spcBef>
        <a:spcAft>
          <a:spcPct val="0"/>
        </a:spcAft>
        <a:buFont typeface="Wingdings" panose="05000000000000000000" pitchFamily="2" charset="2"/>
        <a:buChar char="ü"/>
        <a:defRPr sz="1800" kern="1200">
          <a:solidFill>
            <a:schemeClr val="tx1"/>
          </a:solidFill>
          <a:latin typeface="+mn-lt"/>
          <a:ea typeface="+mn-ea"/>
          <a:cs typeface="+mn-cs"/>
        </a:defRPr>
      </a:lvl4pPr>
      <a:lvl5pPr marL="2057400" indent="-228600" algn="l" rtl="0" eaLnBrk="1" fontAlgn="base" hangingPunct="1">
        <a:lnSpc>
          <a:spcPct val="130000"/>
        </a:lnSpc>
        <a:spcBef>
          <a:spcPts val="500"/>
        </a:spcBef>
        <a:spcAft>
          <a:spcPct val="0"/>
        </a:spcAft>
        <a:buFont typeface="Wingdings" panose="05000000000000000000" pitchFamily="2" charset="2"/>
        <a:buChar char="ü"/>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tags" Target="../tags/tag16.xml"/><Relationship Id="rId18" Type="http://schemas.openxmlformats.org/officeDocument/2006/relationships/tags" Target="../tags/tag21.xml"/><Relationship Id="rId26" Type="http://schemas.openxmlformats.org/officeDocument/2006/relationships/notesSlide" Target="../notesSlides/notesSlide2.xml"/><Relationship Id="rId3" Type="http://schemas.openxmlformats.org/officeDocument/2006/relationships/tags" Target="../tags/tag6.xml"/><Relationship Id="rId21" Type="http://schemas.openxmlformats.org/officeDocument/2006/relationships/tags" Target="../tags/tag24.xml"/><Relationship Id="rId7" Type="http://schemas.openxmlformats.org/officeDocument/2006/relationships/tags" Target="../tags/tag10.xml"/><Relationship Id="rId12" Type="http://schemas.openxmlformats.org/officeDocument/2006/relationships/tags" Target="../tags/tag15.xml"/><Relationship Id="rId17" Type="http://schemas.openxmlformats.org/officeDocument/2006/relationships/tags" Target="../tags/tag20.xml"/><Relationship Id="rId25" Type="http://schemas.openxmlformats.org/officeDocument/2006/relationships/slideLayout" Target="../slideLayouts/slideLayout4.xml"/><Relationship Id="rId2" Type="http://schemas.openxmlformats.org/officeDocument/2006/relationships/tags" Target="../tags/tag5.xml"/><Relationship Id="rId16" Type="http://schemas.openxmlformats.org/officeDocument/2006/relationships/tags" Target="../tags/tag19.xml"/><Relationship Id="rId20" Type="http://schemas.openxmlformats.org/officeDocument/2006/relationships/tags" Target="../tags/tag23.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24" Type="http://schemas.openxmlformats.org/officeDocument/2006/relationships/tags" Target="../tags/tag27.xml"/><Relationship Id="rId5" Type="http://schemas.openxmlformats.org/officeDocument/2006/relationships/tags" Target="../tags/tag8.xml"/><Relationship Id="rId15" Type="http://schemas.openxmlformats.org/officeDocument/2006/relationships/tags" Target="../tags/tag18.xml"/><Relationship Id="rId23" Type="http://schemas.openxmlformats.org/officeDocument/2006/relationships/tags" Target="../tags/tag26.xml"/><Relationship Id="rId10" Type="http://schemas.openxmlformats.org/officeDocument/2006/relationships/tags" Target="../tags/tag13.xml"/><Relationship Id="rId19" Type="http://schemas.openxmlformats.org/officeDocument/2006/relationships/tags" Target="../tags/tag22.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 Id="rId22" Type="http://schemas.openxmlformats.org/officeDocument/2006/relationships/tags" Target="../tags/tag25.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tags" Target="../tags/tag30.xml"/><Relationship Id="rId7"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image" Target="../media/image4.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4.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customXml" Target="../ink/ink1.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customXml" Target="../ink/ink5.xml"/><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8" Type="http://schemas.openxmlformats.org/officeDocument/2006/relationships/customXml" Target="../ink/ink9.xml"/><Relationship Id="rId3" Type="http://schemas.openxmlformats.org/officeDocument/2006/relationships/image" Target="../media/image24.png"/><Relationship Id="rId7" Type="http://schemas.openxmlformats.org/officeDocument/2006/relationships/image" Target="../media/image26.png"/><Relationship Id="rId2" Type="http://schemas.openxmlformats.org/officeDocument/2006/relationships/customXml" Target="../ink/ink6.xml"/><Relationship Id="rId1" Type="http://schemas.openxmlformats.org/officeDocument/2006/relationships/slideLayout" Target="../slideLayouts/slideLayout2.xml"/><Relationship Id="rId6" Type="http://schemas.openxmlformats.org/officeDocument/2006/relationships/customXml" Target="../ink/ink8.xml"/><Relationship Id="rId11" Type="http://schemas.openxmlformats.org/officeDocument/2006/relationships/image" Target="../media/image28.png"/><Relationship Id="rId5" Type="http://schemas.openxmlformats.org/officeDocument/2006/relationships/image" Target="../media/image25.png"/><Relationship Id="rId10" Type="http://schemas.openxmlformats.org/officeDocument/2006/relationships/customXml" Target="../ink/ink10.xml"/><Relationship Id="rId4" Type="http://schemas.openxmlformats.org/officeDocument/2006/relationships/customXml" Target="../ink/ink7.xml"/><Relationship Id="rId9" Type="http://schemas.openxmlformats.org/officeDocument/2006/relationships/image" Target="../media/image27.png"/></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customXml" Target="../ink/ink14.xml"/><Relationship Id="rId13" Type="http://schemas.openxmlformats.org/officeDocument/2006/relationships/image" Target="../media/image35.png"/><Relationship Id="rId18" Type="http://schemas.openxmlformats.org/officeDocument/2006/relationships/customXml" Target="../ink/ink19.xml"/><Relationship Id="rId3" Type="http://schemas.openxmlformats.org/officeDocument/2006/relationships/image" Target="../media/image30.png"/><Relationship Id="rId21" Type="http://schemas.openxmlformats.org/officeDocument/2006/relationships/image" Target="../media/image39.png"/><Relationship Id="rId7" Type="http://schemas.openxmlformats.org/officeDocument/2006/relationships/image" Target="../media/image32.png"/><Relationship Id="rId12" Type="http://schemas.openxmlformats.org/officeDocument/2006/relationships/customXml" Target="../ink/ink16.xml"/><Relationship Id="rId17" Type="http://schemas.openxmlformats.org/officeDocument/2006/relationships/image" Target="../media/image37.png"/><Relationship Id="rId2" Type="http://schemas.openxmlformats.org/officeDocument/2006/relationships/customXml" Target="../ink/ink11.xml"/><Relationship Id="rId16" Type="http://schemas.openxmlformats.org/officeDocument/2006/relationships/customXml" Target="../ink/ink18.xml"/><Relationship Id="rId20" Type="http://schemas.openxmlformats.org/officeDocument/2006/relationships/customXml" Target="../ink/ink20.xml"/><Relationship Id="rId1" Type="http://schemas.openxmlformats.org/officeDocument/2006/relationships/slideLayout" Target="../slideLayouts/slideLayout2.xml"/><Relationship Id="rId6" Type="http://schemas.openxmlformats.org/officeDocument/2006/relationships/customXml" Target="../ink/ink13.xml"/><Relationship Id="rId11" Type="http://schemas.openxmlformats.org/officeDocument/2006/relationships/image" Target="../media/image34.png"/><Relationship Id="rId5" Type="http://schemas.openxmlformats.org/officeDocument/2006/relationships/image" Target="../media/image31.png"/><Relationship Id="rId15" Type="http://schemas.openxmlformats.org/officeDocument/2006/relationships/image" Target="../media/image36.png"/><Relationship Id="rId10" Type="http://schemas.openxmlformats.org/officeDocument/2006/relationships/customXml" Target="../ink/ink15.xml"/><Relationship Id="rId19" Type="http://schemas.openxmlformats.org/officeDocument/2006/relationships/image" Target="../media/image38.png"/><Relationship Id="rId4" Type="http://schemas.openxmlformats.org/officeDocument/2006/relationships/customXml" Target="../ink/ink12.xml"/><Relationship Id="rId9" Type="http://schemas.openxmlformats.org/officeDocument/2006/relationships/image" Target="../media/image33.png"/><Relationship Id="rId14" Type="http://schemas.openxmlformats.org/officeDocument/2006/relationships/customXml" Target="../ink/ink17.xml"/></Relationships>
</file>

<file path=ppt/slides/_rels/slide41.xml.rels><?xml version="1.0" encoding="UTF-8" standalone="yes"?>
<Relationships xmlns="http://schemas.openxmlformats.org/package/2006/relationships"><Relationship Id="rId13" Type="http://schemas.openxmlformats.org/officeDocument/2006/relationships/customXml" Target="../ink/ink26.xml"/><Relationship Id="rId18" Type="http://schemas.openxmlformats.org/officeDocument/2006/relationships/customXml" Target="../ink/ink28.xml"/><Relationship Id="rId26" Type="http://schemas.openxmlformats.org/officeDocument/2006/relationships/customXml" Target="../ink/ink32.xml"/><Relationship Id="rId39" Type="http://schemas.openxmlformats.org/officeDocument/2006/relationships/image" Target="../media/image59.png"/><Relationship Id="rId21" Type="http://schemas.openxmlformats.org/officeDocument/2006/relationships/image" Target="../media/image50.png"/><Relationship Id="rId34" Type="http://schemas.openxmlformats.org/officeDocument/2006/relationships/customXml" Target="../ink/ink36.xml"/><Relationship Id="rId42" Type="http://schemas.openxmlformats.org/officeDocument/2006/relationships/customXml" Target="../ink/ink40.xml"/><Relationship Id="rId7" Type="http://schemas.openxmlformats.org/officeDocument/2006/relationships/customXml" Target="../ink/ink23.xml"/><Relationship Id="rId2" Type="http://schemas.openxmlformats.org/officeDocument/2006/relationships/image" Target="../media/image40.png"/><Relationship Id="rId20" Type="http://schemas.openxmlformats.org/officeDocument/2006/relationships/customXml" Target="../ink/ink29.xml"/><Relationship Id="rId29" Type="http://schemas.openxmlformats.org/officeDocument/2006/relationships/image" Target="../media/image54.png"/><Relationship Id="rId41"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customXml" Target="../ink/ink25.xml"/><Relationship Id="rId24" Type="http://schemas.openxmlformats.org/officeDocument/2006/relationships/customXml" Target="../ink/ink31.xml"/><Relationship Id="rId32" Type="http://schemas.openxmlformats.org/officeDocument/2006/relationships/customXml" Target="../ink/ink35.xml"/><Relationship Id="rId37" Type="http://schemas.openxmlformats.org/officeDocument/2006/relationships/image" Target="../media/image58.png"/><Relationship Id="rId40" Type="http://schemas.openxmlformats.org/officeDocument/2006/relationships/customXml" Target="../ink/ink39.xml"/><Relationship Id="rId5" Type="http://schemas.openxmlformats.org/officeDocument/2006/relationships/customXml" Target="../ink/ink22.xml"/><Relationship Id="rId15" Type="http://schemas.openxmlformats.org/officeDocument/2006/relationships/customXml" Target="../ink/ink27.xml"/><Relationship Id="rId23" Type="http://schemas.openxmlformats.org/officeDocument/2006/relationships/image" Target="../media/image51.png"/><Relationship Id="rId28" Type="http://schemas.openxmlformats.org/officeDocument/2006/relationships/customXml" Target="../ink/ink33.xml"/><Relationship Id="rId36" Type="http://schemas.openxmlformats.org/officeDocument/2006/relationships/customXml" Target="../ink/ink37.xml"/><Relationship Id="rId10" Type="http://schemas.openxmlformats.org/officeDocument/2006/relationships/image" Target="../media/image44.png"/><Relationship Id="rId19" Type="http://schemas.openxmlformats.org/officeDocument/2006/relationships/image" Target="../media/image49.png"/><Relationship Id="rId31" Type="http://schemas.openxmlformats.org/officeDocument/2006/relationships/image" Target="../media/image55.png"/><Relationship Id="rId4" Type="http://schemas.openxmlformats.org/officeDocument/2006/relationships/image" Target="../media/image41.png"/><Relationship Id="rId9" Type="http://schemas.openxmlformats.org/officeDocument/2006/relationships/customXml" Target="../ink/ink24.xml"/><Relationship Id="rId14" Type="http://schemas.openxmlformats.org/officeDocument/2006/relationships/image" Target="../media/image46.png"/><Relationship Id="rId22" Type="http://schemas.openxmlformats.org/officeDocument/2006/relationships/customXml" Target="../ink/ink30.xml"/><Relationship Id="rId27" Type="http://schemas.openxmlformats.org/officeDocument/2006/relationships/image" Target="../media/image53.png"/><Relationship Id="rId30" Type="http://schemas.openxmlformats.org/officeDocument/2006/relationships/customXml" Target="../ink/ink34.xml"/><Relationship Id="rId35" Type="http://schemas.openxmlformats.org/officeDocument/2006/relationships/image" Target="../media/image57.png"/><Relationship Id="rId43" Type="http://schemas.openxmlformats.org/officeDocument/2006/relationships/image" Target="../media/image61.png"/><Relationship Id="rId8" Type="http://schemas.openxmlformats.org/officeDocument/2006/relationships/image" Target="../media/image43.png"/><Relationship Id="rId3" Type="http://schemas.openxmlformats.org/officeDocument/2006/relationships/customXml" Target="../ink/ink21.xml"/><Relationship Id="rId12" Type="http://schemas.openxmlformats.org/officeDocument/2006/relationships/image" Target="../media/image45.png"/><Relationship Id="rId17" Type="http://schemas.openxmlformats.org/officeDocument/2006/relationships/image" Target="../media/image48.png"/><Relationship Id="rId25" Type="http://schemas.openxmlformats.org/officeDocument/2006/relationships/image" Target="../media/image52.png"/><Relationship Id="rId33" Type="http://schemas.openxmlformats.org/officeDocument/2006/relationships/image" Target="../media/image56.png"/><Relationship Id="rId38" Type="http://schemas.openxmlformats.org/officeDocument/2006/relationships/customXml" Target="../ink/ink38.xml"/></Relationships>
</file>

<file path=ppt/slides/_rels/slide42.xml.rels><?xml version="1.0" encoding="UTF-8" standalone="yes"?>
<Relationships xmlns="http://schemas.openxmlformats.org/package/2006/relationships"><Relationship Id="rId3" Type="http://schemas.openxmlformats.org/officeDocument/2006/relationships/customXml" Target="../ink/ink41.xml"/><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customXml" Target="../ink/ink42.xml"/><Relationship Id="rId4" Type="http://schemas.openxmlformats.org/officeDocument/2006/relationships/image" Target="../media/image63.png"/></Relationships>
</file>

<file path=ppt/slides/_rels/slide43.xml.rels><?xml version="1.0" encoding="UTF-8" standalone="yes"?>
<Relationships xmlns="http://schemas.openxmlformats.org/package/2006/relationships"><Relationship Id="rId8" Type="http://schemas.openxmlformats.org/officeDocument/2006/relationships/customXml" Target="../ink/ink45.xml"/><Relationship Id="rId13" Type="http://schemas.openxmlformats.org/officeDocument/2006/relationships/image" Target="../media/image70.png"/><Relationship Id="rId3" Type="http://schemas.openxmlformats.org/officeDocument/2006/relationships/image" Target="../media/image62.png"/><Relationship Id="rId7" Type="http://schemas.openxmlformats.org/officeDocument/2006/relationships/image" Target="../media/image67.png"/><Relationship Id="rId12" Type="http://schemas.openxmlformats.org/officeDocument/2006/relationships/customXml" Target="../ink/ink47.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customXml" Target="../ink/ink44.xml"/><Relationship Id="rId11" Type="http://schemas.openxmlformats.org/officeDocument/2006/relationships/image" Target="../media/image69.png"/><Relationship Id="rId5" Type="http://schemas.openxmlformats.org/officeDocument/2006/relationships/image" Target="../media/image66.png"/><Relationship Id="rId15" Type="http://schemas.openxmlformats.org/officeDocument/2006/relationships/image" Target="../media/image71.png"/><Relationship Id="rId10" Type="http://schemas.openxmlformats.org/officeDocument/2006/relationships/customXml" Target="../ink/ink46.xml"/><Relationship Id="rId4" Type="http://schemas.openxmlformats.org/officeDocument/2006/relationships/customXml" Target="../ink/ink43.xml"/><Relationship Id="rId9" Type="http://schemas.openxmlformats.org/officeDocument/2006/relationships/image" Target="../media/image68.png"/><Relationship Id="rId14" Type="http://schemas.openxmlformats.org/officeDocument/2006/relationships/customXml" Target="../ink/ink48.xml"/></Relationships>
</file>

<file path=ppt/slides/_rels/slide4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customXml" Target="../ink/ink4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customXml" Target="../ink/ink50.xml"/><Relationship Id="rId7" Type="http://schemas.openxmlformats.org/officeDocument/2006/relationships/customXml" Target="../ink/ink52.xml"/><Relationship Id="rId12" Type="http://schemas.openxmlformats.org/officeDocument/2006/relationships/image" Target="../media/image79.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6.png"/><Relationship Id="rId11" Type="http://schemas.openxmlformats.org/officeDocument/2006/relationships/customXml" Target="../ink/ink54.xml"/><Relationship Id="rId5" Type="http://schemas.openxmlformats.org/officeDocument/2006/relationships/customXml" Target="../ink/ink51.xml"/><Relationship Id="rId10" Type="http://schemas.openxmlformats.org/officeDocument/2006/relationships/image" Target="../media/image78.png"/><Relationship Id="rId4" Type="http://schemas.openxmlformats.org/officeDocument/2006/relationships/image" Target="../media/image75.png"/><Relationship Id="rId9" Type="http://schemas.openxmlformats.org/officeDocument/2006/relationships/customXml" Target="../ink/ink5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12569" y="1207714"/>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812569" y="3222755"/>
            <a:ext cx="5151120" cy="461665"/>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b="1" dirty="0">
                <a:solidFill>
                  <a:prstClr val="white"/>
                </a:solidFill>
                <a:latin typeface="微软雅黑" panose="020B0503020204020204" pitchFamily="34" charset="-122"/>
                <a:ea typeface="微软雅黑" panose="020B0503020204020204" pitchFamily="34" charset="-122"/>
              </a:rPr>
              <a:t>面向对象设计方法</a:t>
            </a:r>
          </a:p>
        </p:txBody>
      </p:sp>
      <p:sp>
        <p:nvSpPr>
          <p:cNvPr id="12" name="文本框 11"/>
          <p:cNvSpPr txBox="1"/>
          <p:nvPr/>
        </p:nvSpPr>
        <p:spPr>
          <a:xfrm>
            <a:off x="1812570" y="4519241"/>
            <a:ext cx="8531902" cy="400110"/>
          </a:xfrm>
          <a:prstGeom prst="rect">
            <a:avLst/>
          </a:prstGeom>
          <a:noFill/>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老师邮箱</a:t>
            </a:r>
            <a:r>
              <a:rPr lang="en-US" altLang="zh-CN" sz="2000" b="1" dirty="0">
                <a:solidFill>
                  <a:schemeClr val="bg1"/>
                </a:solidFill>
                <a:latin typeface="微软雅黑" panose="020B0503020204020204" pitchFamily="34" charset="-122"/>
                <a:ea typeface="微软雅黑" panose="020B0503020204020204" pitchFamily="34" charset="-122"/>
              </a:rPr>
              <a:t>:</a:t>
            </a:r>
            <a:r>
              <a:rPr lang="zh-CN" altLang="en-US" sz="2000" b="1" dirty="0">
                <a:solidFill>
                  <a:schemeClr val="bg1"/>
                </a:solidFill>
                <a:latin typeface="微软雅黑" panose="020B0503020204020204" pitchFamily="34" charset="-122"/>
                <a:ea typeface="微软雅黑" panose="020B0503020204020204" pitchFamily="34" charset="-122"/>
              </a:rPr>
              <a:t> </a:t>
            </a:r>
            <a:r>
              <a:rPr lang="en-US" altLang="zh-CN" sz="2000" b="1" dirty="0">
                <a:solidFill>
                  <a:schemeClr val="bg1"/>
                </a:solidFill>
                <a:latin typeface="微软雅黑" panose="020B0503020204020204" pitchFamily="34" charset="-122"/>
                <a:ea typeface="微软雅黑" panose="020B0503020204020204" pitchFamily="34" charset="-122"/>
              </a:rPr>
              <a:t>dxiao@bupt.edu.cn</a:t>
            </a:r>
          </a:p>
        </p:txBody>
      </p:sp>
      <p:sp>
        <p:nvSpPr>
          <p:cNvPr id="10" name="日期占位符 9"/>
          <p:cNvSpPr>
            <a:spLocks noGrp="1"/>
          </p:cNvSpPr>
          <p:nvPr>
            <p:ph type="dt" sz="half" idx="10"/>
          </p:nvPr>
        </p:nvSpPr>
        <p:spPr/>
        <p:txBody>
          <a:bodyPr/>
          <a:lstStyle/>
          <a:p>
            <a:fld id="{99E8343F-4DEB-4883-9A89-5995C2348B1A}" type="datetime1">
              <a:rPr lang="zh-CN" altLang="en-US" smtClean="0"/>
              <a:t>2025/1/4</a:t>
            </a:fld>
            <a:endParaRPr lang="zh-CN" altLang="en-US" dirty="0"/>
          </a:p>
        </p:txBody>
      </p:sp>
      <p:sp>
        <p:nvSpPr>
          <p:cNvPr id="11" name="页脚占位符 10"/>
          <p:cNvSpPr>
            <a:spLocks noGrp="1"/>
          </p:cNvSpPr>
          <p:nvPr>
            <p:ph type="ftr" sz="quarter" idx="11"/>
          </p:nvPr>
        </p:nvSpPr>
        <p:spPr/>
        <p:txBody>
          <a:bodyPr/>
          <a:lstStyle/>
          <a:p>
            <a:r>
              <a:rPr lang="en-US" altLang="zh-CN" dirty="0"/>
              <a:t>©2015-2020 Data Science &amp; Service Center</a:t>
            </a:r>
            <a:endParaRPr lang="zh-CN" altLang="en-US" dirty="0">
              <a:solidFill>
                <a:prstClr val="white"/>
              </a:solidFill>
            </a:endParaRPr>
          </a:p>
        </p:txBody>
      </p:sp>
      <p:sp>
        <p:nvSpPr>
          <p:cNvPr id="13" name="灯片编号占位符 12"/>
          <p:cNvSpPr>
            <a:spLocks noGrp="1"/>
          </p:cNvSpPr>
          <p:nvPr>
            <p:ph type="sldNum" sz="quarter" idx="12"/>
          </p:nvPr>
        </p:nvSpPr>
        <p:spPr/>
        <p:txBody>
          <a:bodyPr/>
          <a:lstStyle/>
          <a:p>
            <a:fld id="{65C61107-C9B8-45B5-BD23-C8A00455B7E2}" type="slidenum">
              <a:rPr lang="zh-CN" altLang="en-US" smtClean="0"/>
              <a:t>1</a:t>
            </a:fld>
            <a:endParaRPr lang="zh-CN" altLang="en-US" dirty="0"/>
          </a:p>
        </p:txBody>
      </p:sp>
      <p:pic>
        <p:nvPicPr>
          <p:cNvPr id="9" name="图片 8"/>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536779" cy="716317"/>
          </a:xfrm>
          <a:prstGeom prst="rect">
            <a:avLst/>
          </a:prstGeom>
        </p:spPr>
      </p:pic>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Line 6"/>
          <p:cNvSpPr>
            <a:spLocks noChangeShapeType="1"/>
          </p:cNvSpPr>
          <p:nvPr>
            <p:custDataLst>
              <p:tags r:id="rId2"/>
            </p:custDataLst>
          </p:nvPr>
        </p:nvSpPr>
        <p:spPr bwMode="auto">
          <a:xfrm>
            <a:off x="5753546" y="2070072"/>
            <a:ext cx="0" cy="4235478"/>
          </a:xfrm>
          <a:prstGeom prst="line">
            <a:avLst/>
          </a:prstGeom>
          <a:noFill/>
          <a:ln w="6350" cmpd="sng">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fontScale="25000" lnSpcReduction="20000"/>
          </a:bodyPr>
          <a:lstStyle/>
          <a:p>
            <a:endParaRPr lang="zh-CN" altLang="en-US" sz="1800"/>
          </a:p>
        </p:txBody>
      </p:sp>
      <p:grpSp>
        <p:nvGrpSpPr>
          <p:cNvPr id="3" name="组合 2"/>
          <p:cNvGrpSpPr/>
          <p:nvPr>
            <p:custDataLst>
              <p:tags r:id="rId3"/>
            </p:custDataLst>
          </p:nvPr>
        </p:nvGrpSpPr>
        <p:grpSpPr>
          <a:xfrm>
            <a:off x="820222" y="1852613"/>
            <a:ext cx="4458104" cy="5005387"/>
            <a:chOff x="820222" y="1852613"/>
            <a:chExt cx="4458104" cy="5005387"/>
          </a:xfrm>
        </p:grpSpPr>
        <p:sp>
          <p:nvSpPr>
            <p:cNvPr id="32" name="Freeform 7"/>
            <p:cNvSpPr/>
            <p:nvPr>
              <p:custDataLst>
                <p:tags r:id="rId8"/>
              </p:custDataLst>
            </p:nvPr>
          </p:nvSpPr>
          <p:spPr bwMode="auto">
            <a:xfrm>
              <a:off x="820222" y="1852613"/>
              <a:ext cx="3719957" cy="5005387"/>
            </a:xfrm>
            <a:custGeom>
              <a:avLst/>
              <a:gdLst>
                <a:gd name="T0" fmla="*/ 369 w 1083"/>
                <a:gd name="T1" fmla="*/ 1454 h 1454"/>
                <a:gd name="T2" fmla="*/ 619 w 1083"/>
                <a:gd name="T3" fmla="*/ 1454 h 1454"/>
                <a:gd name="T4" fmla="*/ 593 w 1083"/>
                <a:gd name="T5" fmla="*/ 950 h 1454"/>
                <a:gd name="T6" fmla="*/ 861 w 1083"/>
                <a:gd name="T7" fmla="*/ 604 h 1454"/>
                <a:gd name="T8" fmla="*/ 1069 w 1083"/>
                <a:gd name="T9" fmla="*/ 625 h 1454"/>
                <a:gd name="T10" fmla="*/ 711 w 1083"/>
                <a:gd name="T11" fmla="*/ 604 h 1454"/>
                <a:gd name="T12" fmla="*/ 843 w 1083"/>
                <a:gd name="T13" fmla="*/ 449 h 1454"/>
                <a:gd name="T14" fmla="*/ 1083 w 1083"/>
                <a:gd name="T15" fmla="*/ 381 h 1454"/>
                <a:gd name="T16" fmla="*/ 881 w 1083"/>
                <a:gd name="T17" fmla="*/ 398 h 1454"/>
                <a:gd name="T18" fmla="*/ 907 w 1083"/>
                <a:gd name="T19" fmla="*/ 185 h 1454"/>
                <a:gd name="T20" fmla="*/ 867 w 1083"/>
                <a:gd name="T21" fmla="*/ 380 h 1454"/>
                <a:gd name="T22" fmla="*/ 590 w 1083"/>
                <a:gd name="T23" fmla="*/ 621 h 1454"/>
                <a:gd name="T24" fmla="*/ 586 w 1083"/>
                <a:gd name="T25" fmla="*/ 340 h 1454"/>
                <a:gd name="T26" fmla="*/ 717 w 1083"/>
                <a:gd name="T27" fmla="*/ 172 h 1454"/>
                <a:gd name="T28" fmla="*/ 562 w 1083"/>
                <a:gd name="T29" fmla="*/ 309 h 1454"/>
                <a:gd name="T30" fmla="*/ 495 w 1083"/>
                <a:gd name="T31" fmla="*/ 111 h 1454"/>
                <a:gd name="T32" fmla="*/ 325 w 1083"/>
                <a:gd name="T33" fmla="*/ 0 h 1454"/>
                <a:gd name="T34" fmla="*/ 498 w 1083"/>
                <a:gd name="T35" fmla="*/ 245 h 1454"/>
                <a:gd name="T36" fmla="*/ 377 w 1083"/>
                <a:gd name="T37" fmla="*/ 175 h 1454"/>
                <a:gd name="T38" fmla="*/ 197 w 1083"/>
                <a:gd name="T39" fmla="*/ 165 h 1454"/>
                <a:gd name="T40" fmla="*/ 108 w 1083"/>
                <a:gd name="T41" fmla="*/ 109 h 1454"/>
                <a:gd name="T42" fmla="*/ 209 w 1083"/>
                <a:gd name="T43" fmla="*/ 185 h 1454"/>
                <a:gd name="T44" fmla="*/ 413 w 1083"/>
                <a:gd name="T45" fmla="*/ 225 h 1454"/>
                <a:gd name="T46" fmla="*/ 514 w 1083"/>
                <a:gd name="T47" fmla="*/ 369 h 1454"/>
                <a:gd name="T48" fmla="*/ 500 w 1083"/>
                <a:gd name="T49" fmla="*/ 770 h 1454"/>
                <a:gd name="T50" fmla="*/ 396 w 1083"/>
                <a:gd name="T51" fmla="*/ 676 h 1454"/>
                <a:gd name="T52" fmla="*/ 248 w 1083"/>
                <a:gd name="T53" fmla="*/ 544 h 1454"/>
                <a:gd name="T54" fmla="*/ 225 w 1083"/>
                <a:gd name="T55" fmla="*/ 380 h 1454"/>
                <a:gd name="T56" fmla="*/ 237 w 1083"/>
                <a:gd name="T57" fmla="*/ 567 h 1454"/>
                <a:gd name="T58" fmla="*/ 0 w 1083"/>
                <a:gd name="T59" fmla="*/ 578 h 1454"/>
                <a:gd name="T60" fmla="*/ 238 w 1083"/>
                <a:gd name="T61" fmla="*/ 599 h 1454"/>
                <a:gd name="T62" fmla="*/ 419 w 1083"/>
                <a:gd name="T63" fmla="*/ 782 h 1454"/>
                <a:gd name="T64" fmla="*/ 469 w 1083"/>
                <a:gd name="T65" fmla="*/ 881 h 1454"/>
                <a:gd name="T66" fmla="*/ 168 w 1083"/>
                <a:gd name="T67" fmla="*/ 913 h 1454"/>
                <a:gd name="T68" fmla="*/ 346 w 1083"/>
                <a:gd name="T69" fmla="*/ 876 h 1454"/>
                <a:gd name="T70" fmla="*/ 501 w 1083"/>
                <a:gd name="T71" fmla="*/ 1099 h 1454"/>
                <a:gd name="T72" fmla="*/ 369 w 1083"/>
                <a:gd name="T73" fmla="*/ 1454 h 1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83" h="1454">
                  <a:moveTo>
                    <a:pt x="369" y="1454"/>
                  </a:moveTo>
                  <a:cubicBezTo>
                    <a:pt x="619" y="1454"/>
                    <a:pt x="619" y="1454"/>
                    <a:pt x="619" y="1454"/>
                  </a:cubicBezTo>
                  <a:cubicBezTo>
                    <a:pt x="619" y="1454"/>
                    <a:pt x="575" y="1120"/>
                    <a:pt x="593" y="950"/>
                  </a:cubicBezTo>
                  <a:cubicBezTo>
                    <a:pt x="611" y="780"/>
                    <a:pt x="728" y="614"/>
                    <a:pt x="861" y="604"/>
                  </a:cubicBezTo>
                  <a:cubicBezTo>
                    <a:pt x="992" y="595"/>
                    <a:pt x="1069" y="625"/>
                    <a:pt x="1069" y="625"/>
                  </a:cubicBezTo>
                  <a:cubicBezTo>
                    <a:pt x="1069" y="625"/>
                    <a:pt x="911" y="507"/>
                    <a:pt x="711" y="604"/>
                  </a:cubicBezTo>
                  <a:cubicBezTo>
                    <a:pt x="711" y="604"/>
                    <a:pt x="757" y="513"/>
                    <a:pt x="843" y="449"/>
                  </a:cubicBezTo>
                  <a:cubicBezTo>
                    <a:pt x="929" y="386"/>
                    <a:pt x="1053" y="379"/>
                    <a:pt x="1083" y="381"/>
                  </a:cubicBezTo>
                  <a:cubicBezTo>
                    <a:pt x="1083" y="381"/>
                    <a:pt x="987" y="348"/>
                    <a:pt x="881" y="398"/>
                  </a:cubicBezTo>
                  <a:cubicBezTo>
                    <a:pt x="881" y="398"/>
                    <a:pt x="961" y="341"/>
                    <a:pt x="907" y="185"/>
                  </a:cubicBezTo>
                  <a:cubicBezTo>
                    <a:pt x="907" y="185"/>
                    <a:pt x="923" y="323"/>
                    <a:pt x="867" y="380"/>
                  </a:cubicBezTo>
                  <a:cubicBezTo>
                    <a:pt x="811" y="438"/>
                    <a:pt x="636" y="539"/>
                    <a:pt x="590" y="621"/>
                  </a:cubicBezTo>
                  <a:cubicBezTo>
                    <a:pt x="590" y="621"/>
                    <a:pt x="553" y="465"/>
                    <a:pt x="586" y="340"/>
                  </a:cubicBezTo>
                  <a:cubicBezTo>
                    <a:pt x="616" y="230"/>
                    <a:pt x="698" y="178"/>
                    <a:pt x="717" y="172"/>
                  </a:cubicBezTo>
                  <a:cubicBezTo>
                    <a:pt x="717" y="172"/>
                    <a:pt x="613" y="187"/>
                    <a:pt x="562" y="309"/>
                  </a:cubicBezTo>
                  <a:cubicBezTo>
                    <a:pt x="562" y="309"/>
                    <a:pt x="563" y="203"/>
                    <a:pt x="495" y="111"/>
                  </a:cubicBezTo>
                  <a:cubicBezTo>
                    <a:pt x="427" y="19"/>
                    <a:pt x="349" y="6"/>
                    <a:pt x="325" y="0"/>
                  </a:cubicBezTo>
                  <a:cubicBezTo>
                    <a:pt x="325" y="0"/>
                    <a:pt x="492" y="59"/>
                    <a:pt x="498" y="245"/>
                  </a:cubicBezTo>
                  <a:cubicBezTo>
                    <a:pt x="498" y="245"/>
                    <a:pt x="452" y="191"/>
                    <a:pt x="377" y="175"/>
                  </a:cubicBezTo>
                  <a:cubicBezTo>
                    <a:pt x="302" y="159"/>
                    <a:pt x="234" y="173"/>
                    <a:pt x="197" y="165"/>
                  </a:cubicBezTo>
                  <a:cubicBezTo>
                    <a:pt x="158" y="157"/>
                    <a:pt x="115" y="125"/>
                    <a:pt x="108" y="109"/>
                  </a:cubicBezTo>
                  <a:cubicBezTo>
                    <a:pt x="108" y="109"/>
                    <a:pt x="130" y="160"/>
                    <a:pt x="209" y="185"/>
                  </a:cubicBezTo>
                  <a:cubicBezTo>
                    <a:pt x="281" y="207"/>
                    <a:pt x="358" y="189"/>
                    <a:pt x="413" y="225"/>
                  </a:cubicBezTo>
                  <a:cubicBezTo>
                    <a:pt x="468" y="261"/>
                    <a:pt x="505" y="312"/>
                    <a:pt x="514" y="369"/>
                  </a:cubicBezTo>
                  <a:cubicBezTo>
                    <a:pt x="523" y="420"/>
                    <a:pt x="537" y="608"/>
                    <a:pt x="500" y="770"/>
                  </a:cubicBezTo>
                  <a:cubicBezTo>
                    <a:pt x="500" y="770"/>
                    <a:pt x="456" y="715"/>
                    <a:pt x="396" y="676"/>
                  </a:cubicBezTo>
                  <a:cubicBezTo>
                    <a:pt x="333" y="635"/>
                    <a:pt x="270" y="577"/>
                    <a:pt x="248" y="544"/>
                  </a:cubicBezTo>
                  <a:cubicBezTo>
                    <a:pt x="226" y="511"/>
                    <a:pt x="220" y="425"/>
                    <a:pt x="225" y="380"/>
                  </a:cubicBezTo>
                  <a:cubicBezTo>
                    <a:pt x="225" y="380"/>
                    <a:pt x="191" y="492"/>
                    <a:pt x="237" y="567"/>
                  </a:cubicBezTo>
                  <a:cubicBezTo>
                    <a:pt x="237" y="567"/>
                    <a:pt x="127" y="512"/>
                    <a:pt x="0" y="578"/>
                  </a:cubicBezTo>
                  <a:cubicBezTo>
                    <a:pt x="0" y="578"/>
                    <a:pt x="152" y="542"/>
                    <a:pt x="238" y="599"/>
                  </a:cubicBezTo>
                  <a:cubicBezTo>
                    <a:pt x="333" y="662"/>
                    <a:pt x="393" y="741"/>
                    <a:pt x="419" y="782"/>
                  </a:cubicBezTo>
                  <a:cubicBezTo>
                    <a:pt x="445" y="823"/>
                    <a:pt x="469" y="881"/>
                    <a:pt x="469" y="881"/>
                  </a:cubicBezTo>
                  <a:cubicBezTo>
                    <a:pt x="469" y="881"/>
                    <a:pt x="331" y="795"/>
                    <a:pt x="168" y="913"/>
                  </a:cubicBezTo>
                  <a:cubicBezTo>
                    <a:pt x="168" y="913"/>
                    <a:pt x="264" y="863"/>
                    <a:pt x="346" y="876"/>
                  </a:cubicBezTo>
                  <a:cubicBezTo>
                    <a:pt x="428" y="889"/>
                    <a:pt x="501" y="960"/>
                    <a:pt x="501" y="1099"/>
                  </a:cubicBezTo>
                  <a:cubicBezTo>
                    <a:pt x="501" y="1238"/>
                    <a:pt x="469" y="1369"/>
                    <a:pt x="369" y="1454"/>
                  </a:cubicBezTo>
                  <a:close/>
                </a:path>
              </a:pathLst>
            </a:custGeom>
            <a:solidFill>
              <a:schemeClr val="tx1"/>
            </a:solidFill>
            <a:ln>
              <a:noFill/>
            </a:ln>
          </p:spPr>
          <p:txBody>
            <a:bodyPr wrap="square">
              <a:normAutofit/>
            </a:bodyPr>
            <a:lstStyle/>
            <a:p>
              <a:endParaRPr lang="zh-CN" altLang="en-US" sz="1800"/>
            </a:p>
          </p:txBody>
        </p:sp>
        <p:sp>
          <p:nvSpPr>
            <p:cNvPr id="34" name="Freeform 9"/>
            <p:cNvSpPr/>
            <p:nvPr>
              <p:custDataLst>
                <p:tags r:id="rId9"/>
              </p:custDataLst>
            </p:nvPr>
          </p:nvSpPr>
          <p:spPr bwMode="auto">
            <a:xfrm>
              <a:off x="1260384" y="2616081"/>
              <a:ext cx="642715" cy="712829"/>
            </a:xfrm>
            <a:custGeom>
              <a:avLst/>
              <a:gdLst>
                <a:gd name="T0" fmla="*/ 0 w 187"/>
                <a:gd name="T1" fmla="*/ 68 h 207"/>
                <a:gd name="T2" fmla="*/ 16 w 187"/>
                <a:gd name="T3" fmla="*/ 40 h 207"/>
                <a:gd name="T4" fmla="*/ 78 w 187"/>
                <a:gd name="T5" fmla="*/ 5 h 207"/>
                <a:gd name="T6" fmla="*/ 109 w 187"/>
                <a:gd name="T7" fmla="*/ 5 h 207"/>
                <a:gd name="T8" fmla="*/ 171 w 187"/>
                <a:gd name="T9" fmla="*/ 40 h 207"/>
                <a:gd name="T10" fmla="*/ 187 w 187"/>
                <a:gd name="T11" fmla="*/ 68 h 207"/>
                <a:gd name="T12" fmla="*/ 187 w 187"/>
                <a:gd name="T13" fmla="*/ 139 h 207"/>
                <a:gd name="T14" fmla="*/ 171 w 187"/>
                <a:gd name="T15" fmla="*/ 166 h 207"/>
                <a:gd name="T16" fmla="*/ 109 w 187"/>
                <a:gd name="T17" fmla="*/ 202 h 207"/>
                <a:gd name="T18" fmla="*/ 78 w 187"/>
                <a:gd name="T19" fmla="*/ 202 h 207"/>
                <a:gd name="T20" fmla="*/ 16 w 187"/>
                <a:gd name="T21" fmla="*/ 166 h 207"/>
                <a:gd name="T22" fmla="*/ 0 w 187"/>
                <a:gd name="T23" fmla="*/ 139 h 207"/>
                <a:gd name="T24" fmla="*/ 0 w 187"/>
                <a:gd name="T25" fmla="*/ 6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7" h="207">
                  <a:moveTo>
                    <a:pt x="0" y="68"/>
                  </a:moveTo>
                  <a:cubicBezTo>
                    <a:pt x="0" y="58"/>
                    <a:pt x="7" y="45"/>
                    <a:pt x="16" y="40"/>
                  </a:cubicBezTo>
                  <a:cubicBezTo>
                    <a:pt x="78" y="5"/>
                    <a:pt x="78" y="5"/>
                    <a:pt x="78" y="5"/>
                  </a:cubicBezTo>
                  <a:cubicBezTo>
                    <a:pt x="86" y="0"/>
                    <a:pt x="101" y="0"/>
                    <a:pt x="109" y="5"/>
                  </a:cubicBezTo>
                  <a:cubicBezTo>
                    <a:pt x="171" y="40"/>
                    <a:pt x="171" y="40"/>
                    <a:pt x="171" y="40"/>
                  </a:cubicBezTo>
                  <a:cubicBezTo>
                    <a:pt x="180" y="45"/>
                    <a:pt x="187" y="58"/>
                    <a:pt x="187" y="68"/>
                  </a:cubicBezTo>
                  <a:cubicBezTo>
                    <a:pt x="187" y="139"/>
                    <a:pt x="187" y="139"/>
                    <a:pt x="187" y="139"/>
                  </a:cubicBezTo>
                  <a:cubicBezTo>
                    <a:pt x="187" y="149"/>
                    <a:pt x="180" y="161"/>
                    <a:pt x="171" y="166"/>
                  </a:cubicBezTo>
                  <a:cubicBezTo>
                    <a:pt x="109" y="202"/>
                    <a:pt x="109" y="202"/>
                    <a:pt x="109" y="202"/>
                  </a:cubicBezTo>
                  <a:cubicBezTo>
                    <a:pt x="101" y="207"/>
                    <a:pt x="86" y="207"/>
                    <a:pt x="78" y="202"/>
                  </a:cubicBezTo>
                  <a:cubicBezTo>
                    <a:pt x="16" y="166"/>
                    <a:pt x="16" y="166"/>
                    <a:pt x="16" y="166"/>
                  </a:cubicBezTo>
                  <a:cubicBezTo>
                    <a:pt x="7" y="161"/>
                    <a:pt x="0" y="149"/>
                    <a:pt x="0" y="139"/>
                  </a:cubicBezTo>
                  <a:lnTo>
                    <a:pt x="0" y="68"/>
                  </a:lnTo>
                  <a:close/>
                </a:path>
              </a:pathLst>
            </a:custGeom>
            <a:solidFill>
              <a:schemeClr val="accent3"/>
            </a:solidFill>
            <a:ln>
              <a:noFill/>
            </a:ln>
          </p:spPr>
          <p:txBody>
            <a:bodyPr wrap="square">
              <a:normAutofit/>
            </a:bodyPr>
            <a:lstStyle/>
            <a:p>
              <a:endParaRPr lang="zh-CN" altLang="en-US" sz="1800"/>
            </a:p>
          </p:txBody>
        </p:sp>
        <p:sp>
          <p:nvSpPr>
            <p:cNvPr id="35" name="Freeform 10"/>
            <p:cNvSpPr>
              <a:spLocks noEditPoints="1"/>
            </p:cNvSpPr>
            <p:nvPr>
              <p:custDataLst>
                <p:tags r:id="rId10"/>
              </p:custDataLst>
            </p:nvPr>
          </p:nvSpPr>
          <p:spPr bwMode="auto">
            <a:xfrm>
              <a:off x="1445408" y="2843953"/>
              <a:ext cx="270719" cy="255138"/>
            </a:xfrm>
            <a:custGeom>
              <a:avLst/>
              <a:gdLst>
                <a:gd name="T0" fmla="*/ 39 w 79"/>
                <a:gd name="T1" fmla="*/ 40 h 74"/>
                <a:gd name="T2" fmla="*/ 36 w 79"/>
                <a:gd name="T3" fmla="*/ 39 h 74"/>
                <a:gd name="T4" fmla="*/ 36 w 79"/>
                <a:gd name="T5" fmla="*/ 32 h 74"/>
                <a:gd name="T6" fmla="*/ 60 w 79"/>
                <a:gd name="T7" fmla="*/ 2 h 74"/>
                <a:gd name="T8" fmla="*/ 67 w 79"/>
                <a:gd name="T9" fmla="*/ 2 h 74"/>
                <a:gd name="T10" fmla="*/ 68 w 79"/>
                <a:gd name="T11" fmla="*/ 9 h 74"/>
                <a:gd name="T12" fmla="*/ 43 w 79"/>
                <a:gd name="T13" fmla="*/ 38 h 74"/>
                <a:gd name="T14" fmla="*/ 39 w 79"/>
                <a:gd name="T15" fmla="*/ 40 h 74"/>
                <a:gd name="T16" fmla="*/ 79 w 79"/>
                <a:gd name="T17" fmla="*/ 35 h 74"/>
                <a:gd name="T18" fmla="*/ 79 w 79"/>
                <a:gd name="T19" fmla="*/ 40 h 74"/>
                <a:gd name="T20" fmla="*/ 74 w 79"/>
                <a:gd name="T21" fmla="*/ 45 h 74"/>
                <a:gd name="T22" fmla="*/ 69 w 79"/>
                <a:gd name="T23" fmla="*/ 74 h 74"/>
                <a:gd name="T24" fmla="*/ 10 w 79"/>
                <a:gd name="T25" fmla="*/ 74 h 74"/>
                <a:gd name="T26" fmla="*/ 5 w 79"/>
                <a:gd name="T27" fmla="*/ 45 h 74"/>
                <a:gd name="T28" fmla="*/ 0 w 79"/>
                <a:gd name="T29" fmla="*/ 40 h 74"/>
                <a:gd name="T30" fmla="*/ 0 w 79"/>
                <a:gd name="T31" fmla="*/ 35 h 74"/>
                <a:gd name="T32" fmla="*/ 5 w 79"/>
                <a:gd name="T33" fmla="*/ 30 h 74"/>
                <a:gd name="T34" fmla="*/ 34 w 79"/>
                <a:gd name="T35" fmla="*/ 30 h 74"/>
                <a:gd name="T36" fmla="*/ 34 w 79"/>
                <a:gd name="T37" fmla="*/ 30 h 74"/>
                <a:gd name="T38" fmla="*/ 35 w 79"/>
                <a:gd name="T39" fmla="*/ 41 h 74"/>
                <a:gd name="T40" fmla="*/ 39 w 79"/>
                <a:gd name="T41" fmla="*/ 42 h 74"/>
                <a:gd name="T42" fmla="*/ 45 w 79"/>
                <a:gd name="T43" fmla="*/ 40 h 74"/>
                <a:gd name="T44" fmla="*/ 53 w 79"/>
                <a:gd name="T45" fmla="*/ 30 h 74"/>
                <a:gd name="T46" fmla="*/ 74 w 79"/>
                <a:gd name="T47" fmla="*/ 30 h 74"/>
                <a:gd name="T48" fmla="*/ 79 w 79"/>
                <a:gd name="T49" fmla="*/ 35 h 74"/>
                <a:gd name="T50" fmla="*/ 22 w 79"/>
                <a:gd name="T51" fmla="*/ 52 h 74"/>
                <a:gd name="T52" fmla="*/ 20 w 79"/>
                <a:gd name="T53" fmla="*/ 50 h 74"/>
                <a:gd name="T54" fmla="*/ 17 w 79"/>
                <a:gd name="T55" fmla="*/ 52 h 74"/>
                <a:gd name="T56" fmla="*/ 17 w 79"/>
                <a:gd name="T57" fmla="*/ 67 h 74"/>
                <a:gd name="T58" fmla="*/ 20 w 79"/>
                <a:gd name="T59" fmla="*/ 69 h 74"/>
                <a:gd name="T60" fmla="*/ 22 w 79"/>
                <a:gd name="T61" fmla="*/ 67 h 74"/>
                <a:gd name="T62" fmla="*/ 22 w 79"/>
                <a:gd name="T63" fmla="*/ 52 h 74"/>
                <a:gd name="T64" fmla="*/ 32 w 79"/>
                <a:gd name="T65" fmla="*/ 52 h 74"/>
                <a:gd name="T66" fmla="*/ 30 w 79"/>
                <a:gd name="T67" fmla="*/ 50 h 74"/>
                <a:gd name="T68" fmla="*/ 27 w 79"/>
                <a:gd name="T69" fmla="*/ 52 h 74"/>
                <a:gd name="T70" fmla="*/ 27 w 79"/>
                <a:gd name="T71" fmla="*/ 67 h 74"/>
                <a:gd name="T72" fmla="*/ 30 w 79"/>
                <a:gd name="T73" fmla="*/ 69 h 74"/>
                <a:gd name="T74" fmla="*/ 32 w 79"/>
                <a:gd name="T75" fmla="*/ 67 h 74"/>
                <a:gd name="T76" fmla="*/ 32 w 79"/>
                <a:gd name="T77" fmla="*/ 52 h 74"/>
                <a:gd name="T78" fmla="*/ 42 w 79"/>
                <a:gd name="T79" fmla="*/ 52 h 74"/>
                <a:gd name="T80" fmla="*/ 39 w 79"/>
                <a:gd name="T81" fmla="*/ 50 h 74"/>
                <a:gd name="T82" fmla="*/ 37 w 79"/>
                <a:gd name="T83" fmla="*/ 52 h 74"/>
                <a:gd name="T84" fmla="*/ 37 w 79"/>
                <a:gd name="T85" fmla="*/ 67 h 74"/>
                <a:gd name="T86" fmla="*/ 39 w 79"/>
                <a:gd name="T87" fmla="*/ 69 h 74"/>
                <a:gd name="T88" fmla="*/ 42 w 79"/>
                <a:gd name="T89" fmla="*/ 67 h 74"/>
                <a:gd name="T90" fmla="*/ 42 w 79"/>
                <a:gd name="T91" fmla="*/ 52 h 74"/>
                <a:gd name="T92" fmla="*/ 52 w 79"/>
                <a:gd name="T93" fmla="*/ 52 h 74"/>
                <a:gd name="T94" fmla="*/ 49 w 79"/>
                <a:gd name="T95" fmla="*/ 50 h 74"/>
                <a:gd name="T96" fmla="*/ 47 w 79"/>
                <a:gd name="T97" fmla="*/ 52 h 74"/>
                <a:gd name="T98" fmla="*/ 47 w 79"/>
                <a:gd name="T99" fmla="*/ 67 h 74"/>
                <a:gd name="T100" fmla="*/ 49 w 79"/>
                <a:gd name="T101" fmla="*/ 69 h 74"/>
                <a:gd name="T102" fmla="*/ 52 w 79"/>
                <a:gd name="T103" fmla="*/ 67 h 74"/>
                <a:gd name="T104" fmla="*/ 52 w 79"/>
                <a:gd name="T105" fmla="*/ 52 h 74"/>
                <a:gd name="T106" fmla="*/ 62 w 79"/>
                <a:gd name="T107" fmla="*/ 52 h 74"/>
                <a:gd name="T108" fmla="*/ 59 w 79"/>
                <a:gd name="T109" fmla="*/ 50 h 74"/>
                <a:gd name="T110" fmla="*/ 57 w 79"/>
                <a:gd name="T111" fmla="*/ 52 h 74"/>
                <a:gd name="T112" fmla="*/ 57 w 79"/>
                <a:gd name="T113" fmla="*/ 67 h 74"/>
                <a:gd name="T114" fmla="*/ 59 w 79"/>
                <a:gd name="T115" fmla="*/ 69 h 74"/>
                <a:gd name="T116" fmla="*/ 62 w 79"/>
                <a:gd name="T117" fmla="*/ 67 h 74"/>
                <a:gd name="T118" fmla="*/ 62 w 79"/>
                <a:gd name="T119" fmla="*/ 5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 h="74">
                  <a:moveTo>
                    <a:pt x="39" y="40"/>
                  </a:moveTo>
                  <a:cubicBezTo>
                    <a:pt x="38" y="40"/>
                    <a:pt x="37" y="40"/>
                    <a:pt x="36" y="39"/>
                  </a:cubicBezTo>
                  <a:cubicBezTo>
                    <a:pt x="34" y="37"/>
                    <a:pt x="34" y="34"/>
                    <a:pt x="36" y="32"/>
                  </a:cubicBezTo>
                  <a:cubicBezTo>
                    <a:pt x="60" y="2"/>
                    <a:pt x="60" y="2"/>
                    <a:pt x="60" y="2"/>
                  </a:cubicBezTo>
                  <a:cubicBezTo>
                    <a:pt x="62" y="0"/>
                    <a:pt x="65" y="0"/>
                    <a:pt x="67" y="2"/>
                  </a:cubicBezTo>
                  <a:cubicBezTo>
                    <a:pt x="69" y="3"/>
                    <a:pt x="70" y="7"/>
                    <a:pt x="68" y="9"/>
                  </a:cubicBezTo>
                  <a:cubicBezTo>
                    <a:pt x="43" y="38"/>
                    <a:pt x="43" y="38"/>
                    <a:pt x="43" y="38"/>
                  </a:cubicBezTo>
                  <a:cubicBezTo>
                    <a:pt x="42" y="39"/>
                    <a:pt x="41" y="40"/>
                    <a:pt x="39" y="40"/>
                  </a:cubicBezTo>
                  <a:close/>
                  <a:moveTo>
                    <a:pt x="79" y="35"/>
                  </a:moveTo>
                  <a:cubicBezTo>
                    <a:pt x="79" y="40"/>
                    <a:pt x="79" y="40"/>
                    <a:pt x="79" y="40"/>
                  </a:cubicBezTo>
                  <a:cubicBezTo>
                    <a:pt x="79" y="43"/>
                    <a:pt x="77" y="45"/>
                    <a:pt x="74" y="45"/>
                  </a:cubicBezTo>
                  <a:cubicBezTo>
                    <a:pt x="69" y="74"/>
                    <a:pt x="69" y="74"/>
                    <a:pt x="69" y="74"/>
                  </a:cubicBezTo>
                  <a:cubicBezTo>
                    <a:pt x="10" y="74"/>
                    <a:pt x="10" y="74"/>
                    <a:pt x="10" y="74"/>
                  </a:cubicBezTo>
                  <a:cubicBezTo>
                    <a:pt x="5" y="45"/>
                    <a:pt x="5" y="45"/>
                    <a:pt x="5" y="45"/>
                  </a:cubicBezTo>
                  <a:cubicBezTo>
                    <a:pt x="2" y="45"/>
                    <a:pt x="0" y="43"/>
                    <a:pt x="0" y="40"/>
                  </a:cubicBezTo>
                  <a:cubicBezTo>
                    <a:pt x="0" y="35"/>
                    <a:pt x="0" y="35"/>
                    <a:pt x="0" y="35"/>
                  </a:cubicBezTo>
                  <a:cubicBezTo>
                    <a:pt x="0" y="32"/>
                    <a:pt x="2" y="30"/>
                    <a:pt x="5" y="30"/>
                  </a:cubicBezTo>
                  <a:cubicBezTo>
                    <a:pt x="34" y="30"/>
                    <a:pt x="34" y="30"/>
                    <a:pt x="34" y="30"/>
                  </a:cubicBezTo>
                  <a:cubicBezTo>
                    <a:pt x="34" y="30"/>
                    <a:pt x="34" y="30"/>
                    <a:pt x="34" y="30"/>
                  </a:cubicBezTo>
                  <a:cubicBezTo>
                    <a:pt x="31" y="33"/>
                    <a:pt x="32" y="38"/>
                    <a:pt x="35" y="41"/>
                  </a:cubicBezTo>
                  <a:cubicBezTo>
                    <a:pt x="36" y="42"/>
                    <a:pt x="38" y="42"/>
                    <a:pt x="39" y="42"/>
                  </a:cubicBezTo>
                  <a:cubicBezTo>
                    <a:pt x="42" y="42"/>
                    <a:pt x="44" y="41"/>
                    <a:pt x="45" y="40"/>
                  </a:cubicBezTo>
                  <a:cubicBezTo>
                    <a:pt x="53" y="30"/>
                    <a:pt x="53" y="30"/>
                    <a:pt x="53" y="30"/>
                  </a:cubicBezTo>
                  <a:cubicBezTo>
                    <a:pt x="74" y="30"/>
                    <a:pt x="74" y="30"/>
                    <a:pt x="74" y="30"/>
                  </a:cubicBezTo>
                  <a:cubicBezTo>
                    <a:pt x="77" y="30"/>
                    <a:pt x="79" y="32"/>
                    <a:pt x="79" y="35"/>
                  </a:cubicBezTo>
                  <a:close/>
                  <a:moveTo>
                    <a:pt x="22" y="52"/>
                  </a:moveTo>
                  <a:cubicBezTo>
                    <a:pt x="22" y="51"/>
                    <a:pt x="21" y="50"/>
                    <a:pt x="20" y="50"/>
                  </a:cubicBezTo>
                  <a:cubicBezTo>
                    <a:pt x="18" y="50"/>
                    <a:pt x="17" y="51"/>
                    <a:pt x="17" y="52"/>
                  </a:cubicBezTo>
                  <a:cubicBezTo>
                    <a:pt x="17" y="67"/>
                    <a:pt x="17" y="67"/>
                    <a:pt x="17" y="67"/>
                  </a:cubicBezTo>
                  <a:cubicBezTo>
                    <a:pt x="17" y="68"/>
                    <a:pt x="18" y="69"/>
                    <a:pt x="20" y="69"/>
                  </a:cubicBezTo>
                  <a:cubicBezTo>
                    <a:pt x="21" y="69"/>
                    <a:pt x="22" y="68"/>
                    <a:pt x="22" y="67"/>
                  </a:cubicBezTo>
                  <a:lnTo>
                    <a:pt x="22" y="52"/>
                  </a:lnTo>
                  <a:close/>
                  <a:moveTo>
                    <a:pt x="32" y="52"/>
                  </a:moveTo>
                  <a:cubicBezTo>
                    <a:pt x="32" y="51"/>
                    <a:pt x="31" y="50"/>
                    <a:pt x="30" y="50"/>
                  </a:cubicBezTo>
                  <a:cubicBezTo>
                    <a:pt x="28" y="50"/>
                    <a:pt x="27" y="51"/>
                    <a:pt x="27" y="52"/>
                  </a:cubicBezTo>
                  <a:cubicBezTo>
                    <a:pt x="27" y="67"/>
                    <a:pt x="27" y="67"/>
                    <a:pt x="27" y="67"/>
                  </a:cubicBezTo>
                  <a:cubicBezTo>
                    <a:pt x="27" y="68"/>
                    <a:pt x="28" y="69"/>
                    <a:pt x="30" y="69"/>
                  </a:cubicBezTo>
                  <a:cubicBezTo>
                    <a:pt x="31" y="69"/>
                    <a:pt x="32" y="68"/>
                    <a:pt x="32" y="67"/>
                  </a:cubicBezTo>
                  <a:lnTo>
                    <a:pt x="32" y="52"/>
                  </a:lnTo>
                  <a:close/>
                  <a:moveTo>
                    <a:pt x="42" y="52"/>
                  </a:moveTo>
                  <a:cubicBezTo>
                    <a:pt x="42" y="51"/>
                    <a:pt x="41" y="50"/>
                    <a:pt x="39" y="50"/>
                  </a:cubicBezTo>
                  <a:cubicBezTo>
                    <a:pt x="38" y="50"/>
                    <a:pt x="37" y="51"/>
                    <a:pt x="37" y="52"/>
                  </a:cubicBezTo>
                  <a:cubicBezTo>
                    <a:pt x="37" y="67"/>
                    <a:pt x="37" y="67"/>
                    <a:pt x="37" y="67"/>
                  </a:cubicBezTo>
                  <a:cubicBezTo>
                    <a:pt x="37" y="68"/>
                    <a:pt x="38" y="69"/>
                    <a:pt x="39" y="69"/>
                  </a:cubicBezTo>
                  <a:cubicBezTo>
                    <a:pt x="41" y="69"/>
                    <a:pt x="42" y="68"/>
                    <a:pt x="42" y="67"/>
                  </a:cubicBezTo>
                  <a:lnTo>
                    <a:pt x="42" y="52"/>
                  </a:lnTo>
                  <a:close/>
                  <a:moveTo>
                    <a:pt x="52" y="52"/>
                  </a:moveTo>
                  <a:cubicBezTo>
                    <a:pt x="52" y="51"/>
                    <a:pt x="51" y="50"/>
                    <a:pt x="49" y="50"/>
                  </a:cubicBezTo>
                  <a:cubicBezTo>
                    <a:pt x="48" y="50"/>
                    <a:pt x="47" y="51"/>
                    <a:pt x="47" y="52"/>
                  </a:cubicBezTo>
                  <a:cubicBezTo>
                    <a:pt x="47" y="67"/>
                    <a:pt x="47" y="67"/>
                    <a:pt x="47" y="67"/>
                  </a:cubicBezTo>
                  <a:cubicBezTo>
                    <a:pt x="47" y="68"/>
                    <a:pt x="48" y="69"/>
                    <a:pt x="49" y="69"/>
                  </a:cubicBezTo>
                  <a:cubicBezTo>
                    <a:pt x="51" y="69"/>
                    <a:pt x="52" y="68"/>
                    <a:pt x="52" y="67"/>
                  </a:cubicBezTo>
                  <a:lnTo>
                    <a:pt x="52" y="52"/>
                  </a:lnTo>
                  <a:close/>
                  <a:moveTo>
                    <a:pt x="62" y="52"/>
                  </a:moveTo>
                  <a:cubicBezTo>
                    <a:pt x="62" y="51"/>
                    <a:pt x="60" y="50"/>
                    <a:pt x="59" y="50"/>
                  </a:cubicBezTo>
                  <a:cubicBezTo>
                    <a:pt x="58" y="50"/>
                    <a:pt x="57" y="51"/>
                    <a:pt x="57" y="52"/>
                  </a:cubicBezTo>
                  <a:cubicBezTo>
                    <a:pt x="57" y="67"/>
                    <a:pt x="57" y="67"/>
                    <a:pt x="57" y="67"/>
                  </a:cubicBezTo>
                  <a:cubicBezTo>
                    <a:pt x="57" y="68"/>
                    <a:pt x="58" y="69"/>
                    <a:pt x="59" y="69"/>
                  </a:cubicBezTo>
                  <a:cubicBezTo>
                    <a:pt x="60" y="69"/>
                    <a:pt x="62" y="68"/>
                    <a:pt x="62" y="67"/>
                  </a:cubicBezTo>
                  <a:lnTo>
                    <a:pt x="62" y="52"/>
                  </a:lnTo>
                  <a:close/>
                </a:path>
              </a:pathLst>
            </a:custGeom>
            <a:solidFill>
              <a:schemeClr val="bg1"/>
            </a:solidFill>
            <a:ln>
              <a:noFill/>
            </a:ln>
          </p:spPr>
          <p:txBody>
            <a:bodyPr wrap="square">
              <a:normAutofit fontScale="70000" lnSpcReduction="20000"/>
            </a:bodyPr>
            <a:lstStyle/>
            <a:p>
              <a:endParaRPr lang="zh-CN" altLang="en-US" sz="1800"/>
            </a:p>
          </p:txBody>
        </p:sp>
        <p:sp>
          <p:nvSpPr>
            <p:cNvPr id="37" name="Freeform 12"/>
            <p:cNvSpPr/>
            <p:nvPr>
              <p:custDataLst>
                <p:tags r:id="rId11"/>
              </p:custDataLst>
            </p:nvPr>
          </p:nvSpPr>
          <p:spPr bwMode="auto">
            <a:xfrm>
              <a:off x="3186581" y="2096065"/>
              <a:ext cx="471324" cy="527806"/>
            </a:xfrm>
            <a:custGeom>
              <a:avLst/>
              <a:gdLst>
                <a:gd name="T0" fmla="*/ 0 w 137"/>
                <a:gd name="T1" fmla="*/ 50 h 153"/>
                <a:gd name="T2" fmla="*/ 12 w 137"/>
                <a:gd name="T3" fmla="*/ 30 h 153"/>
                <a:gd name="T4" fmla="*/ 57 w 137"/>
                <a:gd name="T5" fmla="*/ 4 h 153"/>
                <a:gd name="T6" fmla="*/ 80 w 137"/>
                <a:gd name="T7" fmla="*/ 4 h 153"/>
                <a:gd name="T8" fmla="*/ 126 w 137"/>
                <a:gd name="T9" fmla="*/ 30 h 153"/>
                <a:gd name="T10" fmla="*/ 137 w 137"/>
                <a:gd name="T11" fmla="*/ 50 h 153"/>
                <a:gd name="T12" fmla="*/ 137 w 137"/>
                <a:gd name="T13" fmla="*/ 103 h 153"/>
                <a:gd name="T14" fmla="*/ 126 w 137"/>
                <a:gd name="T15" fmla="*/ 123 h 153"/>
                <a:gd name="T16" fmla="*/ 80 w 137"/>
                <a:gd name="T17" fmla="*/ 149 h 153"/>
                <a:gd name="T18" fmla="*/ 57 w 137"/>
                <a:gd name="T19" fmla="*/ 149 h 153"/>
                <a:gd name="T20" fmla="*/ 12 w 137"/>
                <a:gd name="T21" fmla="*/ 123 h 153"/>
                <a:gd name="T22" fmla="*/ 0 w 137"/>
                <a:gd name="T23" fmla="*/ 103 h 153"/>
                <a:gd name="T24" fmla="*/ 0 w 137"/>
                <a:gd name="T25" fmla="*/ 5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 h="153">
                  <a:moveTo>
                    <a:pt x="0" y="50"/>
                  </a:moveTo>
                  <a:cubicBezTo>
                    <a:pt x="0" y="43"/>
                    <a:pt x="5" y="34"/>
                    <a:pt x="12" y="30"/>
                  </a:cubicBezTo>
                  <a:cubicBezTo>
                    <a:pt x="57" y="4"/>
                    <a:pt x="57" y="4"/>
                    <a:pt x="57" y="4"/>
                  </a:cubicBezTo>
                  <a:cubicBezTo>
                    <a:pt x="63" y="0"/>
                    <a:pt x="74" y="0"/>
                    <a:pt x="80" y="4"/>
                  </a:cubicBezTo>
                  <a:cubicBezTo>
                    <a:pt x="126" y="30"/>
                    <a:pt x="126" y="30"/>
                    <a:pt x="126" y="30"/>
                  </a:cubicBezTo>
                  <a:cubicBezTo>
                    <a:pt x="132" y="34"/>
                    <a:pt x="137" y="43"/>
                    <a:pt x="137" y="50"/>
                  </a:cubicBezTo>
                  <a:cubicBezTo>
                    <a:pt x="137" y="103"/>
                    <a:pt x="137" y="103"/>
                    <a:pt x="137" y="103"/>
                  </a:cubicBezTo>
                  <a:cubicBezTo>
                    <a:pt x="137" y="110"/>
                    <a:pt x="132" y="119"/>
                    <a:pt x="126" y="123"/>
                  </a:cubicBezTo>
                  <a:cubicBezTo>
                    <a:pt x="80" y="149"/>
                    <a:pt x="80" y="149"/>
                    <a:pt x="80" y="149"/>
                  </a:cubicBezTo>
                  <a:cubicBezTo>
                    <a:pt x="74" y="153"/>
                    <a:pt x="63" y="153"/>
                    <a:pt x="57" y="149"/>
                  </a:cubicBezTo>
                  <a:cubicBezTo>
                    <a:pt x="12" y="123"/>
                    <a:pt x="12" y="123"/>
                    <a:pt x="12" y="123"/>
                  </a:cubicBezTo>
                  <a:cubicBezTo>
                    <a:pt x="5" y="119"/>
                    <a:pt x="0" y="110"/>
                    <a:pt x="0" y="103"/>
                  </a:cubicBezTo>
                  <a:lnTo>
                    <a:pt x="0" y="50"/>
                  </a:lnTo>
                  <a:close/>
                </a:path>
              </a:pathLst>
            </a:custGeom>
            <a:solidFill>
              <a:srgbClr val="6BC5DF"/>
            </a:solidFill>
            <a:ln>
              <a:noFill/>
            </a:ln>
            <a:extLst>
              <a:ext uri="{91240B29-F687-4F45-9708-019B960494DF}">
                <a14:hiddenLine xmlns:a14="http://schemas.microsoft.com/office/drawing/2010/main" w="9525">
                  <a:solidFill>
                    <a:srgbClr val="000000"/>
                  </a:solidFill>
                  <a:round/>
                </a14:hiddenLine>
              </a:ext>
            </a:extLst>
          </p:spPr>
          <p:txBody>
            <a:bodyPr wrap="square">
              <a:normAutofit/>
            </a:bodyPr>
            <a:lstStyle/>
            <a:p>
              <a:endParaRPr lang="zh-CN" altLang="en-US" sz="1800"/>
            </a:p>
          </p:txBody>
        </p:sp>
        <p:grpSp>
          <p:nvGrpSpPr>
            <p:cNvPr id="38" name="Group 13"/>
            <p:cNvGrpSpPr/>
            <p:nvPr/>
          </p:nvGrpSpPr>
          <p:grpSpPr bwMode="auto">
            <a:xfrm>
              <a:off x="3293700" y="2230451"/>
              <a:ext cx="257086" cy="259034"/>
              <a:chOff x="0" y="0"/>
              <a:chExt cx="132" cy="133"/>
            </a:xfrm>
            <a:solidFill>
              <a:srgbClr val="FFFFFF"/>
            </a:solidFill>
          </p:grpSpPr>
          <p:sp>
            <p:nvSpPr>
              <p:cNvPr id="39" name="Freeform 14"/>
              <p:cNvSpPr>
                <a:spLocks noEditPoints="1"/>
              </p:cNvSpPr>
              <p:nvPr>
                <p:custDataLst>
                  <p:tags r:id="rId22"/>
                </p:custDataLst>
              </p:nvPr>
            </p:nvSpPr>
            <p:spPr bwMode="auto">
              <a:xfrm>
                <a:off x="0" y="0"/>
                <a:ext cx="132" cy="108"/>
              </a:xfrm>
              <a:custGeom>
                <a:avLst/>
                <a:gdLst>
                  <a:gd name="T0" fmla="*/ 70 w 75"/>
                  <a:gd name="T1" fmla="*/ 0 h 61"/>
                  <a:gd name="T2" fmla="*/ 61 w 75"/>
                  <a:gd name="T3" fmla="*/ 0 h 61"/>
                  <a:gd name="T4" fmla="*/ 56 w 75"/>
                  <a:gd name="T5" fmla="*/ 4 h 61"/>
                  <a:gd name="T6" fmla="*/ 55 w 75"/>
                  <a:gd name="T7" fmla="*/ 10 h 61"/>
                  <a:gd name="T8" fmla="*/ 5 w 75"/>
                  <a:gd name="T9" fmla="*/ 10 h 61"/>
                  <a:gd name="T10" fmla="*/ 1 w 75"/>
                  <a:gd name="T11" fmla="*/ 12 h 61"/>
                  <a:gd name="T12" fmla="*/ 1 w 75"/>
                  <a:gd name="T13" fmla="*/ 16 h 61"/>
                  <a:gd name="T14" fmla="*/ 15 w 75"/>
                  <a:gd name="T15" fmla="*/ 44 h 61"/>
                  <a:gd name="T16" fmla="*/ 19 w 75"/>
                  <a:gd name="T17" fmla="*/ 47 h 61"/>
                  <a:gd name="T18" fmla="*/ 48 w 75"/>
                  <a:gd name="T19" fmla="*/ 47 h 61"/>
                  <a:gd name="T20" fmla="*/ 48 w 75"/>
                  <a:gd name="T21" fmla="*/ 52 h 61"/>
                  <a:gd name="T22" fmla="*/ 24 w 75"/>
                  <a:gd name="T23" fmla="*/ 52 h 61"/>
                  <a:gd name="T24" fmla="*/ 19 w 75"/>
                  <a:gd name="T25" fmla="*/ 56 h 61"/>
                  <a:gd name="T26" fmla="*/ 24 w 75"/>
                  <a:gd name="T27" fmla="*/ 61 h 61"/>
                  <a:gd name="T28" fmla="*/ 52 w 75"/>
                  <a:gd name="T29" fmla="*/ 61 h 61"/>
                  <a:gd name="T30" fmla="*/ 56 w 75"/>
                  <a:gd name="T31" fmla="*/ 57 h 61"/>
                  <a:gd name="T32" fmla="*/ 65 w 75"/>
                  <a:gd name="T33" fmla="*/ 10 h 61"/>
                  <a:gd name="T34" fmla="*/ 70 w 75"/>
                  <a:gd name="T35" fmla="*/ 10 h 61"/>
                  <a:gd name="T36" fmla="*/ 75 w 75"/>
                  <a:gd name="T37" fmla="*/ 5 h 61"/>
                  <a:gd name="T38" fmla="*/ 70 w 75"/>
                  <a:gd name="T39" fmla="*/ 0 h 61"/>
                  <a:gd name="T40" fmla="*/ 22 w 75"/>
                  <a:gd name="T41" fmla="*/ 38 h 61"/>
                  <a:gd name="T42" fmla="*/ 12 w 75"/>
                  <a:gd name="T43" fmla="*/ 19 h 61"/>
                  <a:gd name="T44" fmla="*/ 54 w 75"/>
                  <a:gd name="T45" fmla="*/ 19 h 61"/>
                  <a:gd name="T46" fmla="*/ 50 w 75"/>
                  <a:gd name="T47" fmla="*/ 38 h 61"/>
                  <a:gd name="T48" fmla="*/ 22 w 75"/>
                  <a:gd name="T49" fmla="*/ 3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5" h="61">
                    <a:moveTo>
                      <a:pt x="70" y="0"/>
                    </a:moveTo>
                    <a:cubicBezTo>
                      <a:pt x="61" y="0"/>
                      <a:pt x="61" y="0"/>
                      <a:pt x="61" y="0"/>
                    </a:cubicBezTo>
                    <a:cubicBezTo>
                      <a:pt x="59" y="0"/>
                      <a:pt x="57" y="2"/>
                      <a:pt x="56" y="4"/>
                    </a:cubicBezTo>
                    <a:cubicBezTo>
                      <a:pt x="55" y="10"/>
                      <a:pt x="55" y="10"/>
                      <a:pt x="55" y="10"/>
                    </a:cubicBezTo>
                    <a:cubicBezTo>
                      <a:pt x="5" y="10"/>
                      <a:pt x="5" y="10"/>
                      <a:pt x="5" y="10"/>
                    </a:cubicBezTo>
                    <a:cubicBezTo>
                      <a:pt x="3" y="10"/>
                      <a:pt x="2" y="10"/>
                      <a:pt x="1" y="12"/>
                    </a:cubicBezTo>
                    <a:cubicBezTo>
                      <a:pt x="0" y="13"/>
                      <a:pt x="0" y="15"/>
                      <a:pt x="1" y="16"/>
                    </a:cubicBezTo>
                    <a:cubicBezTo>
                      <a:pt x="15" y="44"/>
                      <a:pt x="15" y="44"/>
                      <a:pt x="15" y="44"/>
                    </a:cubicBezTo>
                    <a:cubicBezTo>
                      <a:pt x="15" y="46"/>
                      <a:pt x="17" y="47"/>
                      <a:pt x="19" y="47"/>
                    </a:cubicBezTo>
                    <a:cubicBezTo>
                      <a:pt x="48" y="47"/>
                      <a:pt x="48" y="47"/>
                      <a:pt x="48" y="47"/>
                    </a:cubicBezTo>
                    <a:cubicBezTo>
                      <a:pt x="48" y="52"/>
                      <a:pt x="48" y="52"/>
                      <a:pt x="48" y="52"/>
                    </a:cubicBezTo>
                    <a:cubicBezTo>
                      <a:pt x="24" y="52"/>
                      <a:pt x="24" y="52"/>
                      <a:pt x="24" y="52"/>
                    </a:cubicBezTo>
                    <a:cubicBezTo>
                      <a:pt x="21" y="52"/>
                      <a:pt x="19" y="54"/>
                      <a:pt x="19" y="56"/>
                    </a:cubicBezTo>
                    <a:cubicBezTo>
                      <a:pt x="19" y="59"/>
                      <a:pt x="21" y="61"/>
                      <a:pt x="24" y="61"/>
                    </a:cubicBezTo>
                    <a:cubicBezTo>
                      <a:pt x="52" y="61"/>
                      <a:pt x="52" y="61"/>
                      <a:pt x="52" y="61"/>
                    </a:cubicBezTo>
                    <a:cubicBezTo>
                      <a:pt x="54" y="61"/>
                      <a:pt x="56" y="59"/>
                      <a:pt x="56" y="57"/>
                    </a:cubicBezTo>
                    <a:cubicBezTo>
                      <a:pt x="65" y="10"/>
                      <a:pt x="65" y="10"/>
                      <a:pt x="65" y="10"/>
                    </a:cubicBezTo>
                    <a:cubicBezTo>
                      <a:pt x="70" y="10"/>
                      <a:pt x="70" y="10"/>
                      <a:pt x="70" y="10"/>
                    </a:cubicBezTo>
                    <a:cubicBezTo>
                      <a:pt x="73" y="10"/>
                      <a:pt x="75" y="8"/>
                      <a:pt x="75" y="5"/>
                    </a:cubicBezTo>
                    <a:cubicBezTo>
                      <a:pt x="75" y="2"/>
                      <a:pt x="73" y="0"/>
                      <a:pt x="70" y="0"/>
                    </a:cubicBezTo>
                    <a:close/>
                    <a:moveTo>
                      <a:pt x="22" y="38"/>
                    </a:moveTo>
                    <a:cubicBezTo>
                      <a:pt x="12" y="19"/>
                      <a:pt x="12" y="19"/>
                      <a:pt x="12" y="19"/>
                    </a:cubicBezTo>
                    <a:cubicBezTo>
                      <a:pt x="54" y="19"/>
                      <a:pt x="54" y="19"/>
                      <a:pt x="54" y="19"/>
                    </a:cubicBezTo>
                    <a:cubicBezTo>
                      <a:pt x="50" y="38"/>
                      <a:pt x="50" y="38"/>
                      <a:pt x="50" y="38"/>
                    </a:cubicBezTo>
                    <a:lnTo>
                      <a:pt x="22" y="3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ormAutofit fontScale="47500" lnSpcReduction="20000"/>
              </a:bodyPr>
              <a:lstStyle/>
              <a:p>
                <a:endParaRPr lang="zh-CN" altLang="en-US" sz="1800"/>
              </a:p>
            </p:txBody>
          </p:sp>
          <p:sp>
            <p:nvSpPr>
              <p:cNvPr id="40" name="Oval 15"/>
              <p:cNvSpPr>
                <a:spLocks noChangeArrowheads="1"/>
              </p:cNvSpPr>
              <p:nvPr>
                <p:custDataLst>
                  <p:tags r:id="rId23"/>
                </p:custDataLst>
              </p:nvPr>
            </p:nvSpPr>
            <p:spPr bwMode="auto">
              <a:xfrm>
                <a:off x="42" y="117"/>
                <a:ext cx="16" cy="16"/>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ormAutofit fontScale="25000" lnSpcReduction="20000"/>
              </a:bodyPr>
              <a:lstStyle/>
              <a:p>
                <a:endParaRPr lang="zh-CN" altLang="en-US" sz="1800"/>
              </a:p>
            </p:txBody>
          </p:sp>
          <p:sp>
            <p:nvSpPr>
              <p:cNvPr id="41" name="Oval 16"/>
              <p:cNvSpPr>
                <a:spLocks noChangeArrowheads="1"/>
              </p:cNvSpPr>
              <p:nvPr>
                <p:custDataLst>
                  <p:tags r:id="rId24"/>
                </p:custDataLst>
              </p:nvPr>
            </p:nvSpPr>
            <p:spPr bwMode="auto">
              <a:xfrm>
                <a:off x="74" y="117"/>
                <a:ext cx="17" cy="16"/>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ormAutofit fontScale="25000" lnSpcReduction="20000"/>
              </a:bodyPr>
              <a:lstStyle/>
              <a:p>
                <a:endParaRPr lang="zh-CN" altLang="en-US" sz="1800"/>
              </a:p>
            </p:txBody>
          </p:sp>
        </p:grpSp>
        <p:sp>
          <p:nvSpPr>
            <p:cNvPr id="43" name="Freeform 18"/>
            <p:cNvSpPr/>
            <p:nvPr>
              <p:custDataLst>
                <p:tags r:id="rId12"/>
              </p:custDataLst>
            </p:nvPr>
          </p:nvSpPr>
          <p:spPr bwMode="auto">
            <a:xfrm>
              <a:off x="4454483" y="3893720"/>
              <a:ext cx="333043" cy="368100"/>
            </a:xfrm>
            <a:custGeom>
              <a:avLst/>
              <a:gdLst>
                <a:gd name="T0" fmla="*/ 0 w 97"/>
                <a:gd name="T1" fmla="*/ 35 h 107"/>
                <a:gd name="T2" fmla="*/ 8 w 97"/>
                <a:gd name="T3" fmla="*/ 21 h 107"/>
                <a:gd name="T4" fmla="*/ 40 w 97"/>
                <a:gd name="T5" fmla="*/ 3 h 107"/>
                <a:gd name="T6" fmla="*/ 56 w 97"/>
                <a:gd name="T7" fmla="*/ 3 h 107"/>
                <a:gd name="T8" fmla="*/ 88 w 97"/>
                <a:gd name="T9" fmla="*/ 21 h 107"/>
                <a:gd name="T10" fmla="*/ 97 w 97"/>
                <a:gd name="T11" fmla="*/ 35 h 107"/>
                <a:gd name="T12" fmla="*/ 97 w 97"/>
                <a:gd name="T13" fmla="*/ 72 h 107"/>
                <a:gd name="T14" fmla="*/ 88 w 97"/>
                <a:gd name="T15" fmla="*/ 86 h 107"/>
                <a:gd name="T16" fmla="*/ 56 w 97"/>
                <a:gd name="T17" fmla="*/ 105 h 107"/>
                <a:gd name="T18" fmla="*/ 40 w 97"/>
                <a:gd name="T19" fmla="*/ 105 h 107"/>
                <a:gd name="T20" fmla="*/ 8 w 97"/>
                <a:gd name="T21" fmla="*/ 86 h 107"/>
                <a:gd name="T22" fmla="*/ 0 w 97"/>
                <a:gd name="T23" fmla="*/ 72 h 107"/>
                <a:gd name="T24" fmla="*/ 0 w 97"/>
                <a:gd name="T25" fmla="*/ 3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 h="107">
                  <a:moveTo>
                    <a:pt x="0" y="35"/>
                  </a:moveTo>
                  <a:cubicBezTo>
                    <a:pt x="0" y="30"/>
                    <a:pt x="4" y="24"/>
                    <a:pt x="8" y="21"/>
                  </a:cubicBezTo>
                  <a:cubicBezTo>
                    <a:pt x="40" y="3"/>
                    <a:pt x="40" y="3"/>
                    <a:pt x="40" y="3"/>
                  </a:cubicBezTo>
                  <a:cubicBezTo>
                    <a:pt x="44" y="0"/>
                    <a:pt x="52" y="0"/>
                    <a:pt x="56" y="3"/>
                  </a:cubicBezTo>
                  <a:cubicBezTo>
                    <a:pt x="88" y="21"/>
                    <a:pt x="88" y="21"/>
                    <a:pt x="88" y="21"/>
                  </a:cubicBezTo>
                  <a:cubicBezTo>
                    <a:pt x="93" y="24"/>
                    <a:pt x="97" y="30"/>
                    <a:pt x="97" y="35"/>
                  </a:cubicBezTo>
                  <a:cubicBezTo>
                    <a:pt x="97" y="72"/>
                    <a:pt x="97" y="72"/>
                    <a:pt x="97" y="72"/>
                  </a:cubicBezTo>
                  <a:cubicBezTo>
                    <a:pt x="97" y="77"/>
                    <a:pt x="93" y="84"/>
                    <a:pt x="88" y="86"/>
                  </a:cubicBezTo>
                  <a:cubicBezTo>
                    <a:pt x="56" y="105"/>
                    <a:pt x="56" y="105"/>
                    <a:pt x="56" y="105"/>
                  </a:cubicBezTo>
                  <a:cubicBezTo>
                    <a:pt x="52" y="107"/>
                    <a:pt x="44" y="107"/>
                    <a:pt x="40" y="105"/>
                  </a:cubicBezTo>
                  <a:cubicBezTo>
                    <a:pt x="8" y="86"/>
                    <a:pt x="8" y="86"/>
                    <a:pt x="8" y="86"/>
                  </a:cubicBezTo>
                  <a:cubicBezTo>
                    <a:pt x="4" y="84"/>
                    <a:pt x="0" y="77"/>
                    <a:pt x="0" y="72"/>
                  </a:cubicBezTo>
                  <a:lnTo>
                    <a:pt x="0" y="35"/>
                  </a:lnTo>
                  <a:close/>
                </a:path>
              </a:pathLst>
            </a:custGeom>
            <a:solidFill>
              <a:schemeClr val="accent3"/>
            </a:solidFill>
            <a:ln>
              <a:noFill/>
            </a:ln>
          </p:spPr>
          <p:txBody>
            <a:bodyPr wrap="square">
              <a:normAutofit/>
            </a:bodyPr>
            <a:lstStyle/>
            <a:p>
              <a:endParaRPr lang="zh-CN" altLang="en-US" sz="1800"/>
            </a:p>
          </p:txBody>
        </p:sp>
        <p:grpSp>
          <p:nvGrpSpPr>
            <p:cNvPr id="44" name="Group 19"/>
            <p:cNvGrpSpPr/>
            <p:nvPr/>
          </p:nvGrpSpPr>
          <p:grpSpPr bwMode="auto">
            <a:xfrm>
              <a:off x="4549916" y="4006682"/>
              <a:ext cx="144124" cy="148019"/>
              <a:chOff x="0" y="0"/>
              <a:chExt cx="74" cy="76"/>
            </a:xfrm>
            <a:solidFill>
              <a:srgbClr val="FFFFFF"/>
            </a:solidFill>
          </p:grpSpPr>
          <p:sp>
            <p:nvSpPr>
              <p:cNvPr id="45" name="Freeform 20"/>
              <p:cNvSpPr/>
              <p:nvPr>
                <p:custDataLst>
                  <p:tags r:id="rId20"/>
                </p:custDataLst>
              </p:nvPr>
            </p:nvSpPr>
            <p:spPr bwMode="auto">
              <a:xfrm>
                <a:off x="0" y="4"/>
                <a:ext cx="72" cy="72"/>
              </a:xfrm>
              <a:custGeom>
                <a:avLst/>
                <a:gdLst>
                  <a:gd name="T0" fmla="*/ 40 w 41"/>
                  <a:gd name="T1" fmla="*/ 8 h 41"/>
                  <a:gd name="T2" fmla="*/ 38 w 41"/>
                  <a:gd name="T3" fmla="*/ 6 h 41"/>
                  <a:gd name="T4" fmla="*/ 36 w 41"/>
                  <a:gd name="T5" fmla="*/ 8 h 41"/>
                  <a:gd name="T6" fmla="*/ 35 w 41"/>
                  <a:gd name="T7" fmla="*/ 12 h 41"/>
                  <a:gd name="T8" fmla="*/ 29 w 41"/>
                  <a:gd name="T9" fmla="*/ 12 h 41"/>
                  <a:gd name="T10" fmla="*/ 29 w 41"/>
                  <a:gd name="T11" fmla="*/ 6 h 41"/>
                  <a:gd name="T12" fmla="*/ 33 w 41"/>
                  <a:gd name="T13" fmla="*/ 5 h 41"/>
                  <a:gd name="T14" fmla="*/ 35 w 41"/>
                  <a:gd name="T15" fmla="*/ 3 h 41"/>
                  <a:gd name="T16" fmla="*/ 33 w 41"/>
                  <a:gd name="T17" fmla="*/ 1 h 41"/>
                  <a:gd name="T18" fmla="*/ 19 w 41"/>
                  <a:gd name="T19" fmla="*/ 1 h 41"/>
                  <a:gd name="T20" fmla="*/ 1 w 41"/>
                  <a:gd name="T21" fmla="*/ 19 h 41"/>
                  <a:gd name="T22" fmla="*/ 1 w 41"/>
                  <a:gd name="T23" fmla="*/ 23 h 41"/>
                  <a:gd name="T24" fmla="*/ 18 w 41"/>
                  <a:gd name="T25" fmla="*/ 40 h 41"/>
                  <a:gd name="T26" fmla="*/ 22 w 41"/>
                  <a:gd name="T27" fmla="*/ 40 h 41"/>
                  <a:gd name="T28" fmla="*/ 40 w 41"/>
                  <a:gd name="T29" fmla="*/ 22 h 41"/>
                  <a:gd name="T30" fmla="*/ 40 w 41"/>
                  <a:gd name="T31" fmla="*/ 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1" h="41">
                    <a:moveTo>
                      <a:pt x="40" y="8"/>
                    </a:moveTo>
                    <a:cubicBezTo>
                      <a:pt x="38" y="6"/>
                      <a:pt x="38" y="6"/>
                      <a:pt x="38" y="6"/>
                    </a:cubicBezTo>
                    <a:cubicBezTo>
                      <a:pt x="36" y="8"/>
                      <a:pt x="36" y="8"/>
                      <a:pt x="36" y="8"/>
                    </a:cubicBezTo>
                    <a:cubicBezTo>
                      <a:pt x="36" y="9"/>
                      <a:pt x="36" y="11"/>
                      <a:pt x="35" y="12"/>
                    </a:cubicBezTo>
                    <a:cubicBezTo>
                      <a:pt x="33" y="14"/>
                      <a:pt x="31" y="14"/>
                      <a:pt x="29" y="12"/>
                    </a:cubicBezTo>
                    <a:cubicBezTo>
                      <a:pt x="27" y="10"/>
                      <a:pt x="27" y="8"/>
                      <a:pt x="29" y="6"/>
                    </a:cubicBezTo>
                    <a:cubicBezTo>
                      <a:pt x="30" y="5"/>
                      <a:pt x="31" y="4"/>
                      <a:pt x="33" y="5"/>
                    </a:cubicBezTo>
                    <a:cubicBezTo>
                      <a:pt x="35" y="3"/>
                      <a:pt x="35" y="3"/>
                      <a:pt x="35" y="3"/>
                    </a:cubicBezTo>
                    <a:cubicBezTo>
                      <a:pt x="33" y="1"/>
                      <a:pt x="33" y="1"/>
                      <a:pt x="33" y="1"/>
                    </a:cubicBezTo>
                    <a:cubicBezTo>
                      <a:pt x="32" y="0"/>
                      <a:pt x="20" y="0"/>
                      <a:pt x="19" y="1"/>
                    </a:cubicBezTo>
                    <a:cubicBezTo>
                      <a:pt x="1" y="19"/>
                      <a:pt x="1" y="19"/>
                      <a:pt x="1" y="19"/>
                    </a:cubicBezTo>
                    <a:cubicBezTo>
                      <a:pt x="0" y="20"/>
                      <a:pt x="0" y="22"/>
                      <a:pt x="1" y="23"/>
                    </a:cubicBezTo>
                    <a:cubicBezTo>
                      <a:pt x="18" y="40"/>
                      <a:pt x="18" y="40"/>
                      <a:pt x="18" y="40"/>
                    </a:cubicBezTo>
                    <a:cubicBezTo>
                      <a:pt x="19" y="41"/>
                      <a:pt x="21" y="41"/>
                      <a:pt x="22" y="40"/>
                    </a:cubicBezTo>
                    <a:cubicBezTo>
                      <a:pt x="40" y="22"/>
                      <a:pt x="40" y="22"/>
                      <a:pt x="40" y="22"/>
                    </a:cubicBezTo>
                    <a:cubicBezTo>
                      <a:pt x="41" y="20"/>
                      <a:pt x="41" y="9"/>
                      <a:pt x="40" y="8"/>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ormAutofit fontScale="25000" lnSpcReduction="20000"/>
              </a:bodyPr>
              <a:lstStyle/>
              <a:p>
                <a:endParaRPr lang="zh-CN" altLang="en-US" sz="1800"/>
              </a:p>
            </p:txBody>
          </p:sp>
          <p:sp>
            <p:nvSpPr>
              <p:cNvPr id="46" name="Freeform 21"/>
              <p:cNvSpPr/>
              <p:nvPr>
                <p:custDataLst>
                  <p:tags r:id="rId21"/>
                </p:custDataLst>
              </p:nvPr>
            </p:nvSpPr>
            <p:spPr bwMode="auto">
              <a:xfrm>
                <a:off x="55" y="0"/>
                <a:ext cx="19" cy="22"/>
              </a:xfrm>
              <a:custGeom>
                <a:avLst/>
                <a:gdLst>
                  <a:gd name="T0" fmla="*/ 1 w 11"/>
                  <a:gd name="T1" fmla="*/ 11 h 12"/>
                  <a:gd name="T2" fmla="*/ 2 w 11"/>
                  <a:gd name="T3" fmla="*/ 11 h 12"/>
                  <a:gd name="T4" fmla="*/ 11 w 11"/>
                  <a:gd name="T5" fmla="*/ 3 h 12"/>
                  <a:gd name="T6" fmla="*/ 11 w 11"/>
                  <a:gd name="T7" fmla="*/ 1 h 12"/>
                  <a:gd name="T8" fmla="*/ 9 w 11"/>
                  <a:gd name="T9" fmla="*/ 1 h 12"/>
                  <a:gd name="T10" fmla="*/ 1 w 11"/>
                  <a:gd name="T11" fmla="*/ 10 h 12"/>
                  <a:gd name="T12" fmla="*/ 1 w 11"/>
                  <a:gd name="T13" fmla="*/ 11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1" y="11"/>
                    </a:moveTo>
                    <a:cubicBezTo>
                      <a:pt x="1" y="12"/>
                      <a:pt x="2" y="12"/>
                      <a:pt x="2" y="11"/>
                    </a:cubicBezTo>
                    <a:cubicBezTo>
                      <a:pt x="11" y="3"/>
                      <a:pt x="11" y="3"/>
                      <a:pt x="11" y="3"/>
                    </a:cubicBezTo>
                    <a:cubicBezTo>
                      <a:pt x="11" y="2"/>
                      <a:pt x="11" y="1"/>
                      <a:pt x="11" y="1"/>
                    </a:cubicBezTo>
                    <a:cubicBezTo>
                      <a:pt x="10" y="0"/>
                      <a:pt x="10" y="0"/>
                      <a:pt x="9" y="1"/>
                    </a:cubicBezTo>
                    <a:cubicBezTo>
                      <a:pt x="1" y="10"/>
                      <a:pt x="1" y="10"/>
                      <a:pt x="1" y="10"/>
                    </a:cubicBezTo>
                    <a:cubicBezTo>
                      <a:pt x="0" y="10"/>
                      <a:pt x="0" y="11"/>
                      <a:pt x="1" y="1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ormAutofit fontScale="25000" lnSpcReduction="20000"/>
              </a:bodyPr>
              <a:lstStyle/>
              <a:p>
                <a:endParaRPr lang="zh-CN" altLang="en-US" sz="1800"/>
              </a:p>
            </p:txBody>
          </p:sp>
        </p:grpSp>
        <p:sp>
          <p:nvSpPr>
            <p:cNvPr id="48" name="Freeform 23"/>
            <p:cNvSpPr/>
            <p:nvPr>
              <p:custDataLst>
                <p:tags r:id="rId13"/>
              </p:custDataLst>
            </p:nvPr>
          </p:nvSpPr>
          <p:spPr bwMode="auto">
            <a:xfrm>
              <a:off x="4472011" y="2695932"/>
              <a:ext cx="806315" cy="901749"/>
            </a:xfrm>
            <a:custGeom>
              <a:avLst/>
              <a:gdLst>
                <a:gd name="T0" fmla="*/ 0 w 235"/>
                <a:gd name="T1" fmla="*/ 86 h 262"/>
                <a:gd name="T2" fmla="*/ 20 w 235"/>
                <a:gd name="T3" fmla="*/ 52 h 262"/>
                <a:gd name="T4" fmla="*/ 97 w 235"/>
                <a:gd name="T5" fmla="*/ 7 h 262"/>
                <a:gd name="T6" fmla="*/ 137 w 235"/>
                <a:gd name="T7" fmla="*/ 7 h 262"/>
                <a:gd name="T8" fmla="*/ 215 w 235"/>
                <a:gd name="T9" fmla="*/ 52 h 262"/>
                <a:gd name="T10" fmla="*/ 235 w 235"/>
                <a:gd name="T11" fmla="*/ 86 h 262"/>
                <a:gd name="T12" fmla="*/ 235 w 235"/>
                <a:gd name="T13" fmla="*/ 176 h 262"/>
                <a:gd name="T14" fmla="*/ 215 w 235"/>
                <a:gd name="T15" fmla="*/ 211 h 262"/>
                <a:gd name="T16" fmla="*/ 137 w 235"/>
                <a:gd name="T17" fmla="*/ 255 h 262"/>
                <a:gd name="T18" fmla="*/ 97 w 235"/>
                <a:gd name="T19" fmla="*/ 255 h 262"/>
                <a:gd name="T20" fmla="*/ 20 w 235"/>
                <a:gd name="T21" fmla="*/ 211 h 262"/>
                <a:gd name="T22" fmla="*/ 0 w 235"/>
                <a:gd name="T23" fmla="*/ 176 h 262"/>
                <a:gd name="T24" fmla="*/ 0 w 235"/>
                <a:gd name="T25" fmla="*/ 86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5" h="262">
                  <a:moveTo>
                    <a:pt x="0" y="86"/>
                  </a:moveTo>
                  <a:cubicBezTo>
                    <a:pt x="0" y="74"/>
                    <a:pt x="9" y="58"/>
                    <a:pt x="20" y="52"/>
                  </a:cubicBezTo>
                  <a:cubicBezTo>
                    <a:pt x="97" y="7"/>
                    <a:pt x="97" y="7"/>
                    <a:pt x="97" y="7"/>
                  </a:cubicBezTo>
                  <a:cubicBezTo>
                    <a:pt x="108" y="0"/>
                    <a:pt x="126" y="0"/>
                    <a:pt x="137" y="7"/>
                  </a:cubicBezTo>
                  <a:cubicBezTo>
                    <a:pt x="215" y="52"/>
                    <a:pt x="215" y="52"/>
                    <a:pt x="215" y="52"/>
                  </a:cubicBezTo>
                  <a:cubicBezTo>
                    <a:pt x="226" y="58"/>
                    <a:pt x="235" y="74"/>
                    <a:pt x="235" y="86"/>
                  </a:cubicBezTo>
                  <a:cubicBezTo>
                    <a:pt x="235" y="176"/>
                    <a:pt x="235" y="176"/>
                    <a:pt x="235" y="176"/>
                  </a:cubicBezTo>
                  <a:cubicBezTo>
                    <a:pt x="235" y="189"/>
                    <a:pt x="226" y="204"/>
                    <a:pt x="215" y="211"/>
                  </a:cubicBezTo>
                  <a:cubicBezTo>
                    <a:pt x="137" y="255"/>
                    <a:pt x="137" y="255"/>
                    <a:pt x="137" y="255"/>
                  </a:cubicBezTo>
                  <a:cubicBezTo>
                    <a:pt x="126" y="262"/>
                    <a:pt x="108" y="262"/>
                    <a:pt x="97" y="255"/>
                  </a:cubicBezTo>
                  <a:cubicBezTo>
                    <a:pt x="20" y="211"/>
                    <a:pt x="20" y="211"/>
                    <a:pt x="20" y="211"/>
                  </a:cubicBezTo>
                  <a:cubicBezTo>
                    <a:pt x="9" y="204"/>
                    <a:pt x="0" y="189"/>
                    <a:pt x="0" y="176"/>
                  </a:cubicBezTo>
                  <a:lnTo>
                    <a:pt x="0" y="86"/>
                  </a:lnTo>
                  <a:close/>
                </a:path>
              </a:pathLst>
            </a:custGeom>
            <a:solidFill>
              <a:schemeClr val="accent4"/>
            </a:solidFill>
            <a:ln>
              <a:noFill/>
            </a:ln>
          </p:spPr>
          <p:txBody>
            <a:bodyPr wrap="square">
              <a:normAutofit/>
            </a:bodyPr>
            <a:lstStyle/>
            <a:p>
              <a:endParaRPr lang="zh-CN" altLang="en-US" sz="1800"/>
            </a:p>
          </p:txBody>
        </p:sp>
        <p:grpSp>
          <p:nvGrpSpPr>
            <p:cNvPr id="49" name="Group 24"/>
            <p:cNvGrpSpPr/>
            <p:nvPr/>
          </p:nvGrpSpPr>
          <p:grpSpPr bwMode="auto">
            <a:xfrm>
              <a:off x="4666773" y="2991971"/>
              <a:ext cx="416791" cy="309672"/>
              <a:chOff x="0" y="0"/>
              <a:chExt cx="214" cy="159"/>
            </a:xfrm>
            <a:solidFill>
              <a:srgbClr val="FFFFFF"/>
            </a:solidFill>
          </p:grpSpPr>
          <p:sp>
            <p:nvSpPr>
              <p:cNvPr id="50" name="Oval 25"/>
              <p:cNvSpPr>
                <a:spLocks noChangeArrowheads="1"/>
              </p:cNvSpPr>
              <p:nvPr>
                <p:custDataLst>
                  <p:tags r:id="rId18"/>
                </p:custDataLst>
              </p:nvPr>
            </p:nvSpPr>
            <p:spPr bwMode="auto">
              <a:xfrm>
                <a:off x="74" y="58"/>
                <a:ext cx="65" cy="68"/>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ormAutofit fontScale="25000" lnSpcReduction="20000"/>
              </a:bodyPr>
              <a:lstStyle/>
              <a:p>
                <a:endParaRPr lang="zh-CN" altLang="en-US" sz="1800"/>
              </a:p>
            </p:txBody>
          </p:sp>
          <p:sp>
            <p:nvSpPr>
              <p:cNvPr id="51" name="Freeform 26"/>
              <p:cNvSpPr>
                <a:spLocks noEditPoints="1"/>
              </p:cNvSpPr>
              <p:nvPr>
                <p:custDataLst>
                  <p:tags r:id="rId19"/>
                </p:custDataLst>
              </p:nvPr>
            </p:nvSpPr>
            <p:spPr bwMode="auto">
              <a:xfrm>
                <a:off x="0" y="0"/>
                <a:ext cx="214" cy="159"/>
              </a:xfrm>
              <a:custGeom>
                <a:avLst/>
                <a:gdLst>
                  <a:gd name="T0" fmla="*/ 116 w 121"/>
                  <a:gd name="T1" fmla="*/ 15 h 90"/>
                  <a:gd name="T2" fmla="*/ 85 w 121"/>
                  <a:gd name="T3" fmla="*/ 15 h 90"/>
                  <a:gd name="T4" fmla="*/ 84 w 121"/>
                  <a:gd name="T5" fmla="*/ 8 h 90"/>
                  <a:gd name="T6" fmla="*/ 76 w 121"/>
                  <a:gd name="T7" fmla="*/ 0 h 90"/>
                  <a:gd name="T8" fmla="*/ 44 w 121"/>
                  <a:gd name="T9" fmla="*/ 0 h 90"/>
                  <a:gd name="T10" fmla="*/ 37 w 121"/>
                  <a:gd name="T11" fmla="*/ 8 h 90"/>
                  <a:gd name="T12" fmla="*/ 36 w 121"/>
                  <a:gd name="T13" fmla="*/ 15 h 90"/>
                  <a:gd name="T14" fmla="*/ 5 w 121"/>
                  <a:gd name="T15" fmla="*/ 15 h 90"/>
                  <a:gd name="T16" fmla="*/ 0 w 121"/>
                  <a:gd name="T17" fmla="*/ 20 h 90"/>
                  <a:gd name="T18" fmla="*/ 0 w 121"/>
                  <a:gd name="T19" fmla="*/ 85 h 90"/>
                  <a:gd name="T20" fmla="*/ 5 w 121"/>
                  <a:gd name="T21" fmla="*/ 90 h 90"/>
                  <a:gd name="T22" fmla="*/ 116 w 121"/>
                  <a:gd name="T23" fmla="*/ 90 h 90"/>
                  <a:gd name="T24" fmla="*/ 121 w 121"/>
                  <a:gd name="T25" fmla="*/ 85 h 90"/>
                  <a:gd name="T26" fmla="*/ 121 w 121"/>
                  <a:gd name="T27" fmla="*/ 20 h 90"/>
                  <a:gd name="T28" fmla="*/ 116 w 121"/>
                  <a:gd name="T29" fmla="*/ 15 h 90"/>
                  <a:gd name="T30" fmla="*/ 60 w 121"/>
                  <a:gd name="T31" fmla="*/ 83 h 90"/>
                  <a:gd name="T32" fmla="*/ 30 w 121"/>
                  <a:gd name="T33" fmla="*/ 52 h 90"/>
                  <a:gd name="T34" fmla="*/ 60 w 121"/>
                  <a:gd name="T35" fmla="*/ 22 h 90"/>
                  <a:gd name="T36" fmla="*/ 91 w 121"/>
                  <a:gd name="T37" fmla="*/ 52 h 90"/>
                  <a:gd name="T38" fmla="*/ 60 w 121"/>
                  <a:gd name="T39" fmla="*/ 83 h 90"/>
                  <a:gd name="T40" fmla="*/ 115 w 121"/>
                  <a:gd name="T41" fmla="*/ 28 h 90"/>
                  <a:gd name="T42" fmla="*/ 89 w 121"/>
                  <a:gd name="T43" fmla="*/ 28 h 90"/>
                  <a:gd name="T44" fmla="*/ 89 w 121"/>
                  <a:gd name="T45" fmla="*/ 21 h 90"/>
                  <a:gd name="T46" fmla="*/ 115 w 121"/>
                  <a:gd name="T47" fmla="*/ 21 h 90"/>
                  <a:gd name="T48" fmla="*/ 115 w 121"/>
                  <a:gd name="T49" fmla="*/ 2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1" h="90">
                    <a:moveTo>
                      <a:pt x="116" y="15"/>
                    </a:moveTo>
                    <a:cubicBezTo>
                      <a:pt x="85" y="15"/>
                      <a:pt x="85" y="15"/>
                      <a:pt x="85" y="15"/>
                    </a:cubicBezTo>
                    <a:cubicBezTo>
                      <a:pt x="84" y="8"/>
                      <a:pt x="84" y="8"/>
                      <a:pt x="84" y="8"/>
                    </a:cubicBezTo>
                    <a:cubicBezTo>
                      <a:pt x="84" y="4"/>
                      <a:pt x="80" y="0"/>
                      <a:pt x="76" y="0"/>
                    </a:cubicBezTo>
                    <a:cubicBezTo>
                      <a:pt x="44" y="0"/>
                      <a:pt x="44" y="0"/>
                      <a:pt x="44" y="0"/>
                    </a:cubicBezTo>
                    <a:cubicBezTo>
                      <a:pt x="40" y="0"/>
                      <a:pt x="37" y="4"/>
                      <a:pt x="37" y="8"/>
                    </a:cubicBezTo>
                    <a:cubicBezTo>
                      <a:pt x="36" y="15"/>
                      <a:pt x="36" y="15"/>
                      <a:pt x="36" y="15"/>
                    </a:cubicBezTo>
                    <a:cubicBezTo>
                      <a:pt x="5" y="15"/>
                      <a:pt x="5" y="15"/>
                      <a:pt x="5" y="15"/>
                    </a:cubicBezTo>
                    <a:cubicBezTo>
                      <a:pt x="2" y="15"/>
                      <a:pt x="0" y="17"/>
                      <a:pt x="0" y="20"/>
                    </a:cubicBezTo>
                    <a:cubicBezTo>
                      <a:pt x="0" y="85"/>
                      <a:pt x="0" y="85"/>
                      <a:pt x="0" y="85"/>
                    </a:cubicBezTo>
                    <a:cubicBezTo>
                      <a:pt x="0" y="87"/>
                      <a:pt x="2" y="90"/>
                      <a:pt x="5" y="90"/>
                    </a:cubicBezTo>
                    <a:cubicBezTo>
                      <a:pt x="116" y="90"/>
                      <a:pt x="116" y="90"/>
                      <a:pt x="116" y="90"/>
                    </a:cubicBezTo>
                    <a:cubicBezTo>
                      <a:pt x="118" y="90"/>
                      <a:pt x="121" y="87"/>
                      <a:pt x="121" y="85"/>
                    </a:cubicBezTo>
                    <a:cubicBezTo>
                      <a:pt x="121" y="20"/>
                      <a:pt x="121" y="20"/>
                      <a:pt x="121" y="20"/>
                    </a:cubicBezTo>
                    <a:cubicBezTo>
                      <a:pt x="121" y="17"/>
                      <a:pt x="118" y="15"/>
                      <a:pt x="116" y="15"/>
                    </a:cubicBezTo>
                    <a:close/>
                    <a:moveTo>
                      <a:pt x="60" y="83"/>
                    </a:moveTo>
                    <a:cubicBezTo>
                      <a:pt x="43" y="83"/>
                      <a:pt x="30" y="69"/>
                      <a:pt x="30" y="52"/>
                    </a:cubicBezTo>
                    <a:cubicBezTo>
                      <a:pt x="30" y="35"/>
                      <a:pt x="43" y="22"/>
                      <a:pt x="60" y="22"/>
                    </a:cubicBezTo>
                    <a:cubicBezTo>
                      <a:pt x="77" y="22"/>
                      <a:pt x="91" y="35"/>
                      <a:pt x="91" y="52"/>
                    </a:cubicBezTo>
                    <a:cubicBezTo>
                      <a:pt x="91" y="69"/>
                      <a:pt x="77" y="83"/>
                      <a:pt x="60" y="83"/>
                    </a:cubicBezTo>
                    <a:close/>
                    <a:moveTo>
                      <a:pt x="115" y="28"/>
                    </a:moveTo>
                    <a:cubicBezTo>
                      <a:pt x="89" y="28"/>
                      <a:pt x="89" y="28"/>
                      <a:pt x="89" y="28"/>
                    </a:cubicBezTo>
                    <a:cubicBezTo>
                      <a:pt x="89" y="21"/>
                      <a:pt x="89" y="21"/>
                      <a:pt x="89" y="21"/>
                    </a:cubicBezTo>
                    <a:cubicBezTo>
                      <a:pt x="115" y="21"/>
                      <a:pt x="115" y="21"/>
                      <a:pt x="115" y="21"/>
                    </a:cubicBezTo>
                    <a:lnTo>
                      <a:pt x="115" y="2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ormAutofit fontScale="92500" lnSpcReduction="20000"/>
              </a:bodyPr>
              <a:lstStyle/>
              <a:p>
                <a:endParaRPr lang="zh-CN" altLang="en-US" sz="1800"/>
              </a:p>
            </p:txBody>
          </p:sp>
        </p:grpSp>
        <p:sp>
          <p:nvSpPr>
            <p:cNvPr id="53" name="Freeform 28"/>
            <p:cNvSpPr/>
            <p:nvPr>
              <p:custDataLst>
                <p:tags r:id="rId14"/>
              </p:custDataLst>
            </p:nvPr>
          </p:nvSpPr>
          <p:spPr bwMode="auto">
            <a:xfrm>
              <a:off x="919550" y="4754569"/>
              <a:ext cx="597920" cy="668034"/>
            </a:xfrm>
            <a:custGeom>
              <a:avLst/>
              <a:gdLst>
                <a:gd name="T0" fmla="*/ 0 w 174"/>
                <a:gd name="T1" fmla="*/ 64 h 194"/>
                <a:gd name="T2" fmla="*/ 15 w 174"/>
                <a:gd name="T3" fmla="*/ 38 h 194"/>
                <a:gd name="T4" fmla="*/ 72 w 174"/>
                <a:gd name="T5" fmla="*/ 5 h 194"/>
                <a:gd name="T6" fmla="*/ 102 w 174"/>
                <a:gd name="T7" fmla="*/ 5 h 194"/>
                <a:gd name="T8" fmla="*/ 160 w 174"/>
                <a:gd name="T9" fmla="*/ 38 h 194"/>
                <a:gd name="T10" fmla="*/ 174 w 174"/>
                <a:gd name="T11" fmla="*/ 64 h 194"/>
                <a:gd name="T12" fmla="*/ 174 w 174"/>
                <a:gd name="T13" fmla="*/ 131 h 194"/>
                <a:gd name="T14" fmla="*/ 160 w 174"/>
                <a:gd name="T15" fmla="*/ 156 h 194"/>
                <a:gd name="T16" fmla="*/ 102 w 174"/>
                <a:gd name="T17" fmla="*/ 190 h 194"/>
                <a:gd name="T18" fmla="*/ 72 w 174"/>
                <a:gd name="T19" fmla="*/ 190 h 194"/>
                <a:gd name="T20" fmla="*/ 15 w 174"/>
                <a:gd name="T21" fmla="*/ 156 h 194"/>
                <a:gd name="T22" fmla="*/ 0 w 174"/>
                <a:gd name="T23" fmla="*/ 131 h 194"/>
                <a:gd name="T24" fmla="*/ 0 w 174"/>
                <a:gd name="T25" fmla="*/ 6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4" h="194">
                  <a:moveTo>
                    <a:pt x="0" y="64"/>
                  </a:moveTo>
                  <a:cubicBezTo>
                    <a:pt x="0" y="55"/>
                    <a:pt x="6" y="43"/>
                    <a:pt x="15" y="38"/>
                  </a:cubicBezTo>
                  <a:cubicBezTo>
                    <a:pt x="72" y="5"/>
                    <a:pt x="72" y="5"/>
                    <a:pt x="72" y="5"/>
                  </a:cubicBezTo>
                  <a:cubicBezTo>
                    <a:pt x="80" y="0"/>
                    <a:pt x="94" y="0"/>
                    <a:pt x="102" y="5"/>
                  </a:cubicBezTo>
                  <a:cubicBezTo>
                    <a:pt x="160" y="38"/>
                    <a:pt x="160" y="38"/>
                    <a:pt x="160" y="38"/>
                  </a:cubicBezTo>
                  <a:cubicBezTo>
                    <a:pt x="168" y="43"/>
                    <a:pt x="174" y="55"/>
                    <a:pt x="174" y="64"/>
                  </a:cubicBezTo>
                  <a:cubicBezTo>
                    <a:pt x="174" y="131"/>
                    <a:pt x="174" y="131"/>
                    <a:pt x="174" y="131"/>
                  </a:cubicBezTo>
                  <a:cubicBezTo>
                    <a:pt x="174" y="140"/>
                    <a:pt x="168" y="152"/>
                    <a:pt x="160" y="156"/>
                  </a:cubicBezTo>
                  <a:cubicBezTo>
                    <a:pt x="102" y="190"/>
                    <a:pt x="102" y="190"/>
                    <a:pt x="102" y="190"/>
                  </a:cubicBezTo>
                  <a:cubicBezTo>
                    <a:pt x="94" y="194"/>
                    <a:pt x="80" y="194"/>
                    <a:pt x="72" y="190"/>
                  </a:cubicBezTo>
                  <a:cubicBezTo>
                    <a:pt x="15" y="156"/>
                    <a:pt x="15" y="156"/>
                    <a:pt x="15" y="156"/>
                  </a:cubicBezTo>
                  <a:cubicBezTo>
                    <a:pt x="6" y="152"/>
                    <a:pt x="0" y="140"/>
                    <a:pt x="0" y="131"/>
                  </a:cubicBezTo>
                  <a:lnTo>
                    <a:pt x="0" y="64"/>
                  </a:lnTo>
                  <a:close/>
                </a:path>
              </a:pathLst>
            </a:custGeom>
            <a:solidFill>
              <a:schemeClr val="accent4"/>
            </a:solidFill>
            <a:ln>
              <a:noFill/>
            </a:ln>
          </p:spPr>
          <p:txBody>
            <a:bodyPr wrap="square">
              <a:normAutofit/>
            </a:bodyPr>
            <a:lstStyle/>
            <a:p>
              <a:endParaRPr lang="zh-CN" altLang="en-US" sz="1800"/>
            </a:p>
          </p:txBody>
        </p:sp>
        <p:sp>
          <p:nvSpPr>
            <p:cNvPr id="54" name="Freeform 29"/>
            <p:cNvSpPr>
              <a:spLocks noEditPoints="1"/>
            </p:cNvSpPr>
            <p:nvPr>
              <p:custDataLst>
                <p:tags r:id="rId15"/>
              </p:custDataLst>
            </p:nvPr>
          </p:nvSpPr>
          <p:spPr bwMode="auto">
            <a:xfrm>
              <a:off x="1100679" y="4955174"/>
              <a:ext cx="233715" cy="270719"/>
            </a:xfrm>
            <a:custGeom>
              <a:avLst/>
              <a:gdLst>
                <a:gd name="T0" fmla="*/ 59 w 68"/>
                <a:gd name="T1" fmla="*/ 0 h 79"/>
                <a:gd name="T2" fmla="*/ 9 w 68"/>
                <a:gd name="T3" fmla="*/ 0 h 79"/>
                <a:gd name="T4" fmla="*/ 0 w 68"/>
                <a:gd name="T5" fmla="*/ 10 h 79"/>
                <a:gd name="T6" fmla="*/ 0 w 68"/>
                <a:gd name="T7" fmla="*/ 69 h 79"/>
                <a:gd name="T8" fmla="*/ 9 w 68"/>
                <a:gd name="T9" fmla="*/ 79 h 79"/>
                <a:gd name="T10" fmla="*/ 59 w 68"/>
                <a:gd name="T11" fmla="*/ 79 h 79"/>
                <a:gd name="T12" fmla="*/ 68 w 68"/>
                <a:gd name="T13" fmla="*/ 69 h 79"/>
                <a:gd name="T14" fmla="*/ 68 w 68"/>
                <a:gd name="T15" fmla="*/ 10 h 79"/>
                <a:gd name="T16" fmla="*/ 59 w 68"/>
                <a:gd name="T17" fmla="*/ 0 h 79"/>
                <a:gd name="T18" fmla="*/ 34 w 68"/>
                <a:gd name="T19" fmla="*/ 76 h 79"/>
                <a:gd name="T20" fmla="*/ 29 w 68"/>
                <a:gd name="T21" fmla="*/ 71 h 79"/>
                <a:gd name="T22" fmla="*/ 34 w 68"/>
                <a:gd name="T23" fmla="*/ 66 h 79"/>
                <a:gd name="T24" fmla="*/ 39 w 68"/>
                <a:gd name="T25" fmla="*/ 71 h 79"/>
                <a:gd name="T26" fmla="*/ 34 w 68"/>
                <a:gd name="T27" fmla="*/ 76 h 79"/>
                <a:gd name="T28" fmla="*/ 59 w 68"/>
                <a:gd name="T29" fmla="*/ 64 h 79"/>
                <a:gd name="T30" fmla="*/ 9 w 68"/>
                <a:gd name="T31" fmla="*/ 64 h 79"/>
                <a:gd name="T32" fmla="*/ 9 w 68"/>
                <a:gd name="T33" fmla="*/ 10 h 79"/>
                <a:gd name="T34" fmla="*/ 59 w 68"/>
                <a:gd name="T35" fmla="*/ 10 h 79"/>
                <a:gd name="T36" fmla="*/ 59 w 68"/>
                <a:gd name="T37" fmla="*/ 6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 h="79">
                  <a:moveTo>
                    <a:pt x="59" y="0"/>
                  </a:moveTo>
                  <a:cubicBezTo>
                    <a:pt x="9" y="0"/>
                    <a:pt x="9" y="0"/>
                    <a:pt x="9" y="0"/>
                  </a:cubicBezTo>
                  <a:cubicBezTo>
                    <a:pt x="4" y="0"/>
                    <a:pt x="0" y="5"/>
                    <a:pt x="0" y="10"/>
                  </a:cubicBezTo>
                  <a:cubicBezTo>
                    <a:pt x="0" y="69"/>
                    <a:pt x="0" y="69"/>
                    <a:pt x="0" y="69"/>
                  </a:cubicBezTo>
                  <a:cubicBezTo>
                    <a:pt x="0" y="74"/>
                    <a:pt x="4" y="79"/>
                    <a:pt x="9" y="79"/>
                  </a:cubicBezTo>
                  <a:cubicBezTo>
                    <a:pt x="59" y="79"/>
                    <a:pt x="59" y="79"/>
                    <a:pt x="59" y="79"/>
                  </a:cubicBezTo>
                  <a:cubicBezTo>
                    <a:pt x="64" y="79"/>
                    <a:pt x="68" y="74"/>
                    <a:pt x="68" y="69"/>
                  </a:cubicBezTo>
                  <a:cubicBezTo>
                    <a:pt x="68" y="10"/>
                    <a:pt x="68" y="10"/>
                    <a:pt x="68" y="10"/>
                  </a:cubicBezTo>
                  <a:cubicBezTo>
                    <a:pt x="68" y="5"/>
                    <a:pt x="64" y="0"/>
                    <a:pt x="59" y="0"/>
                  </a:cubicBezTo>
                  <a:close/>
                  <a:moveTo>
                    <a:pt x="34" y="76"/>
                  </a:moveTo>
                  <a:cubicBezTo>
                    <a:pt x="31" y="76"/>
                    <a:pt x="29" y="74"/>
                    <a:pt x="29" y="71"/>
                  </a:cubicBezTo>
                  <a:cubicBezTo>
                    <a:pt x="29" y="69"/>
                    <a:pt x="31" y="66"/>
                    <a:pt x="34" y="66"/>
                  </a:cubicBezTo>
                  <a:cubicBezTo>
                    <a:pt x="37" y="66"/>
                    <a:pt x="39" y="69"/>
                    <a:pt x="39" y="71"/>
                  </a:cubicBezTo>
                  <a:cubicBezTo>
                    <a:pt x="39" y="74"/>
                    <a:pt x="37" y="76"/>
                    <a:pt x="34" y="76"/>
                  </a:cubicBezTo>
                  <a:close/>
                  <a:moveTo>
                    <a:pt x="59" y="64"/>
                  </a:moveTo>
                  <a:cubicBezTo>
                    <a:pt x="9" y="64"/>
                    <a:pt x="9" y="64"/>
                    <a:pt x="9" y="64"/>
                  </a:cubicBezTo>
                  <a:cubicBezTo>
                    <a:pt x="9" y="10"/>
                    <a:pt x="9" y="10"/>
                    <a:pt x="9" y="10"/>
                  </a:cubicBezTo>
                  <a:cubicBezTo>
                    <a:pt x="59" y="10"/>
                    <a:pt x="59" y="10"/>
                    <a:pt x="59" y="10"/>
                  </a:cubicBezTo>
                  <a:lnTo>
                    <a:pt x="59" y="64"/>
                  </a:lnTo>
                  <a:close/>
                </a:path>
              </a:pathLst>
            </a:custGeom>
            <a:solidFill>
              <a:schemeClr val="bg1"/>
            </a:solidFill>
            <a:ln>
              <a:noFill/>
            </a:ln>
          </p:spPr>
          <p:txBody>
            <a:bodyPr wrap="square">
              <a:normAutofit fontScale="77500" lnSpcReduction="20000"/>
            </a:bodyPr>
            <a:lstStyle/>
            <a:p>
              <a:endParaRPr lang="zh-CN" altLang="en-US" sz="1800"/>
            </a:p>
          </p:txBody>
        </p:sp>
        <p:sp>
          <p:nvSpPr>
            <p:cNvPr id="56" name="Freeform 31"/>
            <p:cNvSpPr/>
            <p:nvPr>
              <p:custDataLst>
                <p:tags r:id="rId16"/>
              </p:custDataLst>
            </p:nvPr>
          </p:nvSpPr>
          <p:spPr bwMode="auto">
            <a:xfrm>
              <a:off x="2393900" y="3428238"/>
              <a:ext cx="1431501" cy="1591207"/>
            </a:xfrm>
            <a:custGeom>
              <a:avLst/>
              <a:gdLst>
                <a:gd name="T0" fmla="*/ 0 w 417"/>
                <a:gd name="T1" fmla="*/ 152 h 462"/>
                <a:gd name="T2" fmla="*/ 35 w 417"/>
                <a:gd name="T3" fmla="*/ 90 h 462"/>
                <a:gd name="T4" fmla="*/ 173 w 417"/>
                <a:gd name="T5" fmla="*/ 11 h 462"/>
                <a:gd name="T6" fmla="*/ 244 w 417"/>
                <a:gd name="T7" fmla="*/ 11 h 462"/>
                <a:gd name="T8" fmla="*/ 381 w 417"/>
                <a:gd name="T9" fmla="*/ 90 h 462"/>
                <a:gd name="T10" fmla="*/ 417 w 417"/>
                <a:gd name="T11" fmla="*/ 152 h 462"/>
                <a:gd name="T12" fmla="*/ 417 w 417"/>
                <a:gd name="T13" fmla="*/ 310 h 462"/>
                <a:gd name="T14" fmla="*/ 381 w 417"/>
                <a:gd name="T15" fmla="*/ 372 h 462"/>
                <a:gd name="T16" fmla="*/ 244 w 417"/>
                <a:gd name="T17" fmla="*/ 451 h 462"/>
                <a:gd name="T18" fmla="*/ 173 w 417"/>
                <a:gd name="T19" fmla="*/ 451 h 462"/>
                <a:gd name="T20" fmla="*/ 35 w 417"/>
                <a:gd name="T21" fmla="*/ 372 h 462"/>
                <a:gd name="T22" fmla="*/ 0 w 417"/>
                <a:gd name="T23" fmla="*/ 310 h 462"/>
                <a:gd name="T24" fmla="*/ 0 w 417"/>
                <a:gd name="T25" fmla="*/ 152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7" h="462">
                  <a:moveTo>
                    <a:pt x="0" y="152"/>
                  </a:moveTo>
                  <a:cubicBezTo>
                    <a:pt x="0" y="129"/>
                    <a:pt x="16" y="101"/>
                    <a:pt x="35" y="90"/>
                  </a:cubicBezTo>
                  <a:cubicBezTo>
                    <a:pt x="173" y="11"/>
                    <a:pt x="173" y="11"/>
                    <a:pt x="173" y="11"/>
                  </a:cubicBezTo>
                  <a:cubicBezTo>
                    <a:pt x="192" y="0"/>
                    <a:pt x="224" y="0"/>
                    <a:pt x="244" y="11"/>
                  </a:cubicBezTo>
                  <a:cubicBezTo>
                    <a:pt x="381" y="90"/>
                    <a:pt x="381" y="90"/>
                    <a:pt x="381" y="90"/>
                  </a:cubicBezTo>
                  <a:cubicBezTo>
                    <a:pt x="401" y="101"/>
                    <a:pt x="417" y="129"/>
                    <a:pt x="417" y="152"/>
                  </a:cubicBezTo>
                  <a:cubicBezTo>
                    <a:pt x="417" y="310"/>
                    <a:pt x="417" y="310"/>
                    <a:pt x="417" y="310"/>
                  </a:cubicBezTo>
                  <a:cubicBezTo>
                    <a:pt x="417" y="333"/>
                    <a:pt x="401" y="360"/>
                    <a:pt x="381" y="372"/>
                  </a:cubicBezTo>
                  <a:cubicBezTo>
                    <a:pt x="244" y="451"/>
                    <a:pt x="244" y="451"/>
                    <a:pt x="244" y="451"/>
                  </a:cubicBezTo>
                  <a:cubicBezTo>
                    <a:pt x="224" y="462"/>
                    <a:pt x="192" y="462"/>
                    <a:pt x="173" y="451"/>
                  </a:cubicBezTo>
                  <a:cubicBezTo>
                    <a:pt x="35" y="372"/>
                    <a:pt x="35" y="372"/>
                    <a:pt x="35" y="372"/>
                  </a:cubicBezTo>
                  <a:cubicBezTo>
                    <a:pt x="16" y="360"/>
                    <a:pt x="0" y="333"/>
                    <a:pt x="0" y="310"/>
                  </a:cubicBezTo>
                  <a:lnTo>
                    <a:pt x="0" y="152"/>
                  </a:lnTo>
                  <a:close/>
                </a:path>
              </a:pathLst>
            </a:custGeom>
            <a:solidFill>
              <a:schemeClr val="accent1"/>
            </a:solidFill>
            <a:ln>
              <a:noFill/>
            </a:ln>
          </p:spPr>
          <p:txBody>
            <a:bodyPr wrap="square">
              <a:normAutofit/>
            </a:bodyPr>
            <a:lstStyle/>
            <a:p>
              <a:endParaRPr lang="zh-CN" altLang="en-US" sz="1800"/>
            </a:p>
          </p:txBody>
        </p:sp>
        <p:sp>
          <p:nvSpPr>
            <p:cNvPr id="57" name="Freeform 32"/>
            <p:cNvSpPr>
              <a:spLocks noEditPoints="1"/>
            </p:cNvSpPr>
            <p:nvPr>
              <p:custDataLst>
                <p:tags r:id="rId17"/>
              </p:custDataLst>
            </p:nvPr>
          </p:nvSpPr>
          <p:spPr bwMode="auto">
            <a:xfrm>
              <a:off x="2816534" y="3965782"/>
              <a:ext cx="586234" cy="590129"/>
            </a:xfrm>
            <a:custGeom>
              <a:avLst/>
              <a:gdLst>
                <a:gd name="T0" fmla="*/ 160 w 171"/>
                <a:gd name="T1" fmla="*/ 0 h 171"/>
                <a:gd name="T2" fmla="*/ 11 w 171"/>
                <a:gd name="T3" fmla="*/ 0 h 171"/>
                <a:gd name="T4" fmla="*/ 0 w 171"/>
                <a:gd name="T5" fmla="*/ 11 h 171"/>
                <a:gd name="T6" fmla="*/ 0 w 171"/>
                <a:gd name="T7" fmla="*/ 123 h 171"/>
                <a:gd name="T8" fmla="*/ 11 w 171"/>
                <a:gd name="T9" fmla="*/ 134 h 171"/>
                <a:gd name="T10" fmla="*/ 160 w 171"/>
                <a:gd name="T11" fmla="*/ 134 h 171"/>
                <a:gd name="T12" fmla="*/ 171 w 171"/>
                <a:gd name="T13" fmla="*/ 123 h 171"/>
                <a:gd name="T14" fmla="*/ 171 w 171"/>
                <a:gd name="T15" fmla="*/ 11 h 171"/>
                <a:gd name="T16" fmla="*/ 160 w 171"/>
                <a:gd name="T17" fmla="*/ 0 h 171"/>
                <a:gd name="T18" fmla="*/ 160 w 171"/>
                <a:gd name="T19" fmla="*/ 97 h 171"/>
                <a:gd name="T20" fmla="*/ 149 w 171"/>
                <a:gd name="T21" fmla="*/ 107 h 171"/>
                <a:gd name="T22" fmla="*/ 21 w 171"/>
                <a:gd name="T23" fmla="*/ 107 h 171"/>
                <a:gd name="T24" fmla="*/ 11 w 171"/>
                <a:gd name="T25" fmla="*/ 97 h 171"/>
                <a:gd name="T26" fmla="*/ 11 w 171"/>
                <a:gd name="T27" fmla="*/ 22 h 171"/>
                <a:gd name="T28" fmla="*/ 21 w 171"/>
                <a:gd name="T29" fmla="*/ 11 h 171"/>
                <a:gd name="T30" fmla="*/ 149 w 171"/>
                <a:gd name="T31" fmla="*/ 11 h 171"/>
                <a:gd name="T32" fmla="*/ 160 w 171"/>
                <a:gd name="T33" fmla="*/ 22 h 171"/>
                <a:gd name="T34" fmla="*/ 160 w 171"/>
                <a:gd name="T35" fmla="*/ 97 h 171"/>
                <a:gd name="T36" fmla="*/ 96 w 171"/>
                <a:gd name="T37" fmla="*/ 139 h 171"/>
                <a:gd name="T38" fmla="*/ 101 w 171"/>
                <a:gd name="T39" fmla="*/ 145 h 171"/>
                <a:gd name="T40" fmla="*/ 101 w 171"/>
                <a:gd name="T41" fmla="*/ 150 h 171"/>
                <a:gd name="T42" fmla="*/ 106 w 171"/>
                <a:gd name="T43" fmla="*/ 159 h 171"/>
                <a:gd name="T44" fmla="*/ 118 w 171"/>
                <a:gd name="T45" fmla="*/ 168 h 171"/>
                <a:gd name="T46" fmla="*/ 117 w 171"/>
                <a:gd name="T47" fmla="*/ 171 h 171"/>
                <a:gd name="T48" fmla="*/ 53 w 171"/>
                <a:gd name="T49" fmla="*/ 171 h 171"/>
                <a:gd name="T50" fmla="*/ 52 w 171"/>
                <a:gd name="T51" fmla="*/ 168 h 171"/>
                <a:gd name="T52" fmla="*/ 65 w 171"/>
                <a:gd name="T53" fmla="*/ 159 h 171"/>
                <a:gd name="T54" fmla="*/ 69 w 171"/>
                <a:gd name="T55" fmla="*/ 150 h 171"/>
                <a:gd name="T56" fmla="*/ 69 w 171"/>
                <a:gd name="T57" fmla="*/ 145 h 171"/>
                <a:gd name="T58" fmla="*/ 75 w 171"/>
                <a:gd name="T59" fmla="*/ 139 h 171"/>
                <a:gd name="T60" fmla="*/ 96 w 171"/>
                <a:gd name="T61" fmla="*/ 139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1" h="171">
                  <a:moveTo>
                    <a:pt x="160" y="0"/>
                  </a:moveTo>
                  <a:cubicBezTo>
                    <a:pt x="11" y="0"/>
                    <a:pt x="11" y="0"/>
                    <a:pt x="11" y="0"/>
                  </a:cubicBezTo>
                  <a:cubicBezTo>
                    <a:pt x="5" y="0"/>
                    <a:pt x="0" y="5"/>
                    <a:pt x="0" y="11"/>
                  </a:cubicBezTo>
                  <a:cubicBezTo>
                    <a:pt x="0" y="123"/>
                    <a:pt x="0" y="123"/>
                    <a:pt x="0" y="123"/>
                  </a:cubicBezTo>
                  <a:cubicBezTo>
                    <a:pt x="0" y="129"/>
                    <a:pt x="5" y="134"/>
                    <a:pt x="11" y="134"/>
                  </a:cubicBezTo>
                  <a:cubicBezTo>
                    <a:pt x="160" y="134"/>
                    <a:pt x="160" y="134"/>
                    <a:pt x="160" y="134"/>
                  </a:cubicBezTo>
                  <a:cubicBezTo>
                    <a:pt x="166" y="134"/>
                    <a:pt x="171" y="129"/>
                    <a:pt x="171" y="123"/>
                  </a:cubicBezTo>
                  <a:cubicBezTo>
                    <a:pt x="171" y="11"/>
                    <a:pt x="171" y="11"/>
                    <a:pt x="171" y="11"/>
                  </a:cubicBezTo>
                  <a:cubicBezTo>
                    <a:pt x="171" y="5"/>
                    <a:pt x="166" y="0"/>
                    <a:pt x="160" y="0"/>
                  </a:cubicBezTo>
                  <a:close/>
                  <a:moveTo>
                    <a:pt x="160" y="97"/>
                  </a:moveTo>
                  <a:cubicBezTo>
                    <a:pt x="160" y="103"/>
                    <a:pt x="155" y="107"/>
                    <a:pt x="149" y="107"/>
                  </a:cubicBezTo>
                  <a:cubicBezTo>
                    <a:pt x="21" y="107"/>
                    <a:pt x="21" y="107"/>
                    <a:pt x="21" y="107"/>
                  </a:cubicBezTo>
                  <a:cubicBezTo>
                    <a:pt x="15" y="107"/>
                    <a:pt x="11" y="103"/>
                    <a:pt x="11" y="97"/>
                  </a:cubicBezTo>
                  <a:cubicBezTo>
                    <a:pt x="11" y="22"/>
                    <a:pt x="11" y="22"/>
                    <a:pt x="11" y="22"/>
                  </a:cubicBezTo>
                  <a:cubicBezTo>
                    <a:pt x="11" y="16"/>
                    <a:pt x="15" y="11"/>
                    <a:pt x="21" y="11"/>
                  </a:cubicBezTo>
                  <a:cubicBezTo>
                    <a:pt x="149" y="11"/>
                    <a:pt x="149" y="11"/>
                    <a:pt x="149" y="11"/>
                  </a:cubicBezTo>
                  <a:cubicBezTo>
                    <a:pt x="155" y="11"/>
                    <a:pt x="160" y="16"/>
                    <a:pt x="160" y="22"/>
                  </a:cubicBezTo>
                  <a:lnTo>
                    <a:pt x="160" y="97"/>
                  </a:lnTo>
                  <a:close/>
                  <a:moveTo>
                    <a:pt x="96" y="139"/>
                  </a:moveTo>
                  <a:cubicBezTo>
                    <a:pt x="99" y="139"/>
                    <a:pt x="101" y="142"/>
                    <a:pt x="101" y="145"/>
                  </a:cubicBezTo>
                  <a:cubicBezTo>
                    <a:pt x="101" y="150"/>
                    <a:pt x="101" y="150"/>
                    <a:pt x="101" y="150"/>
                  </a:cubicBezTo>
                  <a:cubicBezTo>
                    <a:pt x="101" y="153"/>
                    <a:pt x="103" y="157"/>
                    <a:pt x="106" y="159"/>
                  </a:cubicBezTo>
                  <a:cubicBezTo>
                    <a:pt x="118" y="168"/>
                    <a:pt x="118" y="168"/>
                    <a:pt x="118" y="168"/>
                  </a:cubicBezTo>
                  <a:cubicBezTo>
                    <a:pt x="121" y="170"/>
                    <a:pt x="120" y="171"/>
                    <a:pt x="117" y="171"/>
                  </a:cubicBezTo>
                  <a:cubicBezTo>
                    <a:pt x="53" y="171"/>
                    <a:pt x="53" y="171"/>
                    <a:pt x="53" y="171"/>
                  </a:cubicBezTo>
                  <a:cubicBezTo>
                    <a:pt x="50" y="171"/>
                    <a:pt x="50" y="170"/>
                    <a:pt x="52" y="168"/>
                  </a:cubicBezTo>
                  <a:cubicBezTo>
                    <a:pt x="65" y="159"/>
                    <a:pt x="65" y="159"/>
                    <a:pt x="65" y="159"/>
                  </a:cubicBezTo>
                  <a:cubicBezTo>
                    <a:pt x="67" y="157"/>
                    <a:pt x="69" y="153"/>
                    <a:pt x="69" y="150"/>
                  </a:cubicBezTo>
                  <a:cubicBezTo>
                    <a:pt x="69" y="145"/>
                    <a:pt x="69" y="145"/>
                    <a:pt x="69" y="145"/>
                  </a:cubicBezTo>
                  <a:cubicBezTo>
                    <a:pt x="69" y="142"/>
                    <a:pt x="72" y="139"/>
                    <a:pt x="75" y="139"/>
                  </a:cubicBezTo>
                  <a:lnTo>
                    <a:pt x="96" y="139"/>
                  </a:lnTo>
                  <a:close/>
                </a:path>
              </a:pathLst>
            </a:custGeom>
            <a:solidFill>
              <a:schemeClr val="bg1"/>
            </a:solidFill>
            <a:ln>
              <a:noFill/>
            </a:ln>
          </p:spPr>
          <p:txBody>
            <a:bodyPr wrap="square">
              <a:normAutofit/>
            </a:bodyPr>
            <a:lstStyle/>
            <a:p>
              <a:endParaRPr lang="zh-CN" altLang="en-US" sz="1800"/>
            </a:p>
          </p:txBody>
        </p:sp>
      </p:grpSp>
      <p:sp>
        <p:nvSpPr>
          <p:cNvPr id="2" name="文本框 1"/>
          <p:cNvSpPr txBox="1"/>
          <p:nvPr>
            <p:custDataLst>
              <p:tags r:id="rId4"/>
            </p:custDataLst>
          </p:nvPr>
        </p:nvSpPr>
        <p:spPr>
          <a:xfrm>
            <a:off x="6039660" y="4189718"/>
            <a:ext cx="3263997" cy="998853"/>
          </a:xfrm>
          <a:prstGeom prst="rect">
            <a:avLst/>
          </a:prstGeom>
          <a:noFill/>
        </p:spPr>
        <p:txBody>
          <a:bodyPr wrap="square" rtlCol="0">
            <a:normAutofit/>
          </a:bodyPr>
          <a:lstStyle/>
          <a:p>
            <a:pPr marL="0" indent="0" algn="l">
              <a:lnSpc>
                <a:spcPct val="130000"/>
              </a:lnSpc>
              <a:spcBef>
                <a:spcPts val="0"/>
              </a:spcBef>
              <a:spcAft>
                <a:spcPts val="0"/>
              </a:spcAft>
              <a:buSzPct val="100000"/>
            </a:pPr>
            <a:fld id="{918D4241-EC72-434F-A06F-497F2E44D6F2}" type="datetime1">
              <a:rPr lang="zh-CN" altLang="en-US" sz="1800" b="1" smtClean="0">
                <a:latin typeface="+mj-lt"/>
                <a:ea typeface="+mj-ea"/>
                <a:cs typeface="+mj-cs"/>
              </a:rPr>
              <a:t>2025/1/4</a:t>
            </a:fld>
            <a:endParaRPr lang="zh-CN" altLang="en-US" sz="1800" b="1">
              <a:latin typeface="+mj-lt"/>
              <a:ea typeface="+mj-ea"/>
              <a:cs typeface="+mj-cs"/>
            </a:endParaRPr>
          </a:p>
        </p:txBody>
      </p:sp>
      <p:sp>
        <p:nvSpPr>
          <p:cNvPr id="5" name="文本框 4"/>
          <p:cNvSpPr txBox="1"/>
          <p:nvPr>
            <p:custDataLst>
              <p:tags r:id="rId5"/>
            </p:custDataLst>
          </p:nvPr>
        </p:nvSpPr>
        <p:spPr>
          <a:xfrm>
            <a:off x="6010632" y="5348593"/>
            <a:ext cx="5591758" cy="890282"/>
          </a:xfrm>
          <a:prstGeom prst="rect">
            <a:avLst/>
          </a:prstGeom>
          <a:solidFill>
            <a:schemeClr val="tx1">
              <a:lumMod val="20000"/>
              <a:lumOff val="80000"/>
            </a:schemeClr>
          </a:solidFill>
          <a:ln>
            <a:noFill/>
          </a:ln>
          <a:effectLst/>
        </p:spPr>
        <p:txBody>
          <a:bodyPr wrap="square" anchor="ctr">
            <a:normAutofit/>
          </a:bodyPr>
          <a:lstStyle>
            <a:defPPr>
              <a:defRPr lang="zh-CN"/>
            </a:defPPr>
            <a:lvl1pPr>
              <a:defRPr sz="18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marL="0" indent="0" algn="l">
              <a:lnSpc>
                <a:spcPct val="100000"/>
              </a:lnSpc>
              <a:spcBef>
                <a:spcPts val="0"/>
              </a:spcBef>
              <a:spcAft>
                <a:spcPts val="0"/>
              </a:spcAft>
              <a:buSzPct val="100000"/>
            </a:pPr>
            <a:r>
              <a:rPr lang="en-GB" altLang="en-US" dirty="0">
                <a:latin typeface="+mn-lt"/>
                <a:ea typeface="+mn-ea"/>
              </a:rPr>
              <a:t>©2015-2020 Data Science &amp; Service </a:t>
            </a:r>
            <a:r>
              <a:rPr lang="en-GB" altLang="en-US" dirty="0" err="1">
                <a:latin typeface="+mn-lt"/>
                <a:ea typeface="+mn-ea"/>
              </a:rPr>
              <a:t>Center</a:t>
            </a:r>
          </a:p>
        </p:txBody>
      </p:sp>
      <p:sp>
        <p:nvSpPr>
          <p:cNvPr id="6" name="文本框 5"/>
          <p:cNvSpPr txBox="1"/>
          <p:nvPr>
            <p:custDataLst>
              <p:tags r:id="rId6"/>
            </p:custDataLst>
          </p:nvPr>
        </p:nvSpPr>
        <p:spPr>
          <a:xfrm>
            <a:off x="6010632" y="2128997"/>
            <a:ext cx="6076593"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defPPr>
              <a:defRPr lang="zh-CN"/>
            </a:defPPr>
            <a:lvl1pPr>
              <a:lnSpc>
                <a:spcPct val="130000"/>
              </a:lnSpc>
              <a:defRPr sz="1800">
                <a:latin typeface="微软雅黑" panose="020B0503020204020204" pitchFamily="34" charset="-122"/>
                <a:ea typeface="微软雅黑" panose="020B0503020204020204" pitchFamily="34" charset="-122"/>
              </a:defRPr>
            </a:lvl1pPr>
          </a:lstStyle>
          <a:p>
            <a:pPr marL="0" indent="0" algn="l">
              <a:lnSpc>
                <a:spcPct val="130000"/>
              </a:lnSpc>
              <a:spcBef>
                <a:spcPts val="0"/>
              </a:spcBef>
              <a:spcAft>
                <a:spcPts val="0"/>
              </a:spcAft>
              <a:buSzPct val="100000"/>
            </a:pPr>
            <a:r>
              <a:rPr lang="zh-CN" altLang="en-US" sz="2000" dirty="0">
                <a:latin typeface="+mn-lt"/>
                <a:ea typeface="+mn-ea"/>
              </a:rPr>
              <a:t>面向对象设计综述</a:t>
            </a:r>
          </a:p>
          <a:p>
            <a:pPr marL="0" indent="0" algn="l">
              <a:lnSpc>
                <a:spcPct val="130000"/>
              </a:lnSpc>
              <a:spcBef>
                <a:spcPts val="0"/>
              </a:spcBef>
              <a:spcAft>
                <a:spcPts val="0"/>
              </a:spcAft>
              <a:buSzPct val="100000"/>
            </a:pPr>
            <a:r>
              <a:rPr lang="zh-CN" altLang="en-US" sz="2000" dirty="0">
                <a:latin typeface="+mn-lt"/>
                <a:ea typeface="+mn-ea"/>
              </a:rPr>
              <a:t>软件的层次化结构</a:t>
            </a:r>
          </a:p>
          <a:p>
            <a:pPr marL="0" indent="0" algn="l">
              <a:lnSpc>
                <a:spcPct val="130000"/>
              </a:lnSpc>
              <a:spcBef>
                <a:spcPts val="0"/>
              </a:spcBef>
              <a:spcAft>
                <a:spcPts val="0"/>
              </a:spcAft>
              <a:buSzPct val="100000"/>
            </a:pPr>
            <a:r>
              <a:rPr lang="zh-CN" altLang="en-US" sz="2000" dirty="0">
                <a:latin typeface="+mn-lt"/>
                <a:ea typeface="+mn-ea"/>
              </a:rPr>
              <a:t>面向对象设计原则</a:t>
            </a:r>
          </a:p>
          <a:p>
            <a:pPr marL="0" indent="0" algn="l">
              <a:lnSpc>
                <a:spcPct val="130000"/>
              </a:lnSpc>
              <a:spcBef>
                <a:spcPts val="0"/>
              </a:spcBef>
              <a:spcAft>
                <a:spcPts val="0"/>
              </a:spcAft>
              <a:buSzPct val="100000"/>
            </a:pPr>
            <a:r>
              <a:rPr lang="zh-CN" altLang="en-US" sz="2000" dirty="0">
                <a:latin typeface="+mn-lt"/>
                <a:ea typeface="+mn-ea"/>
              </a:rPr>
              <a:t>设计用例实现方案</a:t>
            </a:r>
          </a:p>
          <a:p>
            <a:pPr marL="0" indent="0" algn="l">
              <a:lnSpc>
                <a:spcPct val="130000"/>
              </a:lnSpc>
              <a:spcBef>
                <a:spcPts val="0"/>
              </a:spcBef>
              <a:spcAft>
                <a:spcPts val="0"/>
              </a:spcAft>
              <a:buSzPct val="100000"/>
            </a:pPr>
            <a:endParaRPr lang="zh-CN" altLang="en-US" sz="2000" dirty="0">
              <a:latin typeface="+mn-lt"/>
              <a:ea typeface="+mn-ea"/>
            </a:endParaRPr>
          </a:p>
        </p:txBody>
      </p:sp>
      <p:sp>
        <p:nvSpPr>
          <p:cNvPr id="7" name="文本框 6"/>
          <p:cNvSpPr txBox="1"/>
          <p:nvPr>
            <p:custDataLst>
              <p:tags r:id="rId7"/>
            </p:custDataLst>
          </p:nvPr>
        </p:nvSpPr>
        <p:spPr>
          <a:xfrm>
            <a:off x="2172388" y="514884"/>
            <a:ext cx="7391612"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normAutofit/>
          </a:bodyPr>
          <a:lstStyle>
            <a:lvl1pPr algn="ctr" fontAlgn="base">
              <a:lnSpc>
                <a:spcPct val="90000"/>
              </a:lnSpc>
              <a:spcBef>
                <a:spcPct val="0"/>
              </a:spcBef>
              <a:spcAft>
                <a:spcPct val="0"/>
              </a:spcAft>
              <a:defRPr sz="2800">
                <a:solidFill>
                  <a:schemeClr val="accent1"/>
                </a:solidFill>
                <a:latin typeface="+mj-lt"/>
                <a:ea typeface="+mj-ea"/>
                <a:cs typeface="+mj-cs"/>
              </a:defRPr>
            </a:lvl1pPr>
            <a:lvl2pPr fontAlgn="base">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2pPr>
            <a:lvl3pPr fontAlgn="base">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3pPr>
            <a:lvl4pPr fontAlgn="base">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4pPr>
            <a:lvl5pPr fontAlgn="base">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5pPr>
            <a:lvl6pPr marL="457200" fontAlgn="base">
              <a:lnSpc>
                <a:spcPct val="90000"/>
              </a:lnSpc>
              <a:spcBef>
                <a:spcPct val="0"/>
              </a:spcBef>
              <a:spcAft>
                <a:spcPct val="0"/>
              </a:spcAft>
              <a:defRPr sz="3200">
                <a:latin typeface="Tempus Sans ITC" panose="04020404030D07020202" pitchFamily="82" charset="0"/>
                <a:ea typeface="幼圆" panose="02010509060101010101" pitchFamily="49" charset="-122"/>
              </a:defRPr>
            </a:lvl6pPr>
            <a:lvl7pPr marL="914400" fontAlgn="base">
              <a:lnSpc>
                <a:spcPct val="90000"/>
              </a:lnSpc>
              <a:spcBef>
                <a:spcPct val="0"/>
              </a:spcBef>
              <a:spcAft>
                <a:spcPct val="0"/>
              </a:spcAft>
              <a:defRPr sz="3200">
                <a:latin typeface="Tempus Sans ITC" panose="04020404030D07020202" pitchFamily="82" charset="0"/>
                <a:ea typeface="幼圆" panose="02010509060101010101" pitchFamily="49" charset="-122"/>
              </a:defRPr>
            </a:lvl7pPr>
            <a:lvl8pPr marL="1371600" fontAlgn="base">
              <a:lnSpc>
                <a:spcPct val="90000"/>
              </a:lnSpc>
              <a:spcBef>
                <a:spcPct val="0"/>
              </a:spcBef>
              <a:spcAft>
                <a:spcPct val="0"/>
              </a:spcAft>
              <a:defRPr sz="3200">
                <a:latin typeface="Tempus Sans ITC" panose="04020404030D07020202" pitchFamily="82" charset="0"/>
                <a:ea typeface="幼圆" panose="02010509060101010101" pitchFamily="49" charset="-122"/>
              </a:defRPr>
            </a:lvl8pPr>
            <a:lvl9pPr marL="1828800" fontAlgn="base">
              <a:lnSpc>
                <a:spcPct val="90000"/>
              </a:lnSpc>
              <a:spcBef>
                <a:spcPct val="0"/>
              </a:spcBef>
              <a:spcAft>
                <a:spcPct val="0"/>
              </a:spcAft>
              <a:defRPr sz="3200">
                <a:latin typeface="Tempus Sans ITC" panose="04020404030D07020202" pitchFamily="82" charset="0"/>
                <a:ea typeface="幼圆" panose="02010509060101010101" pitchFamily="49" charset="-122"/>
              </a:defRPr>
            </a:lvl9pPr>
          </a:lstStyle>
          <a:p>
            <a:pPr marL="0" indent="0" algn="ctr">
              <a:lnSpc>
                <a:spcPct val="90000"/>
              </a:lnSpc>
              <a:spcBef>
                <a:spcPts val="0"/>
              </a:spcBef>
              <a:spcAft>
                <a:spcPts val="0"/>
              </a:spcAft>
              <a:buSzPct val="100000"/>
            </a:pPr>
            <a:r>
              <a:rPr lang="zh-CN" altLang="en-US"/>
              <a:t>本章内容</a:t>
            </a:r>
          </a:p>
        </p:txBody>
      </p:sp>
    </p:spTree>
    <p:custDataLst>
      <p:tags r:id="rId1"/>
    </p:custData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custDataLst>
              <p:tags r:id="rId1"/>
            </p:custDataLst>
          </p:nvPr>
        </p:nvSpPr>
        <p:spPr/>
        <p:txBody>
          <a:bodyPr/>
          <a:lstStyle/>
          <a:p>
            <a:r>
              <a:rPr lang="zh-CN" altLang="en-US" dirty="0"/>
              <a:t>面向对象设计活动</a:t>
            </a:r>
          </a:p>
        </p:txBody>
      </p:sp>
      <p:sp>
        <p:nvSpPr>
          <p:cNvPr id="7172" name="Rectangle 3"/>
          <p:cNvSpPr>
            <a:spLocks noGrp="1" noChangeArrowheads="1"/>
          </p:cNvSpPr>
          <p:nvPr>
            <p:ph idx="1"/>
            <p:custDataLst>
              <p:tags r:id="rId2"/>
            </p:custDataLst>
          </p:nvPr>
        </p:nvSpPr>
        <p:spPr>
          <a:xfrm>
            <a:off x="335361" y="915415"/>
            <a:ext cx="11593284" cy="5261548"/>
          </a:xfrm>
        </p:spPr>
        <p:txBody>
          <a:bodyPr/>
          <a:lstStyle/>
          <a:p>
            <a:r>
              <a:rPr lang="zh-CN" altLang="en-US" dirty="0"/>
              <a:t>面向对象的设计：以需求分析阶段的用例模型和领域模型为基础，运用</a:t>
            </a:r>
            <a:r>
              <a:rPr lang="en-US" altLang="zh-CN" dirty="0"/>
              <a:t>UML</a:t>
            </a:r>
            <a:r>
              <a:rPr lang="zh-CN" altLang="en-US" dirty="0"/>
              <a:t>构建软件系统结构，通过一系列设计模型说明用例的实现过程。</a:t>
            </a:r>
            <a:endParaRPr lang="en-US" altLang="zh-CN" dirty="0"/>
          </a:p>
          <a:p>
            <a:r>
              <a:rPr lang="zh-CN" altLang="en-US" dirty="0"/>
              <a:t>主要设计活动：</a:t>
            </a:r>
            <a:endParaRPr lang="en-US" altLang="zh-CN" dirty="0"/>
          </a:p>
          <a:p>
            <a:pPr marL="800100" lvl="1" indent="-457200">
              <a:buFont typeface="+mj-lt"/>
              <a:buAutoNum type="arabicPeriod"/>
            </a:pPr>
            <a:r>
              <a:rPr lang="zh-CN" altLang="en-US" dirty="0"/>
              <a:t>选择合适的软件架构：前端（</a:t>
            </a:r>
            <a:r>
              <a:rPr lang="en-US" altLang="zh-CN" dirty="0"/>
              <a:t>GUI)</a:t>
            </a:r>
            <a:r>
              <a:rPr lang="zh-CN" altLang="en-US" dirty="0"/>
              <a:t>、后台（服务器）、数据存储（数据库</a:t>
            </a:r>
            <a:r>
              <a:rPr lang="en-US" altLang="zh-CN" dirty="0"/>
              <a:t>/</a:t>
            </a:r>
            <a:r>
              <a:rPr lang="zh-CN" altLang="en-US" dirty="0"/>
              <a:t>数据文件）</a:t>
            </a:r>
            <a:endParaRPr lang="en-US" altLang="zh-CN" dirty="0"/>
          </a:p>
          <a:p>
            <a:pPr marL="800100" lvl="1" indent="-457200">
              <a:buFont typeface="+mj-lt"/>
              <a:buAutoNum type="arabicPeriod"/>
            </a:pPr>
            <a:r>
              <a:rPr lang="zh-CN" altLang="en-US" dirty="0"/>
              <a:t>根据架构通过</a:t>
            </a:r>
            <a:r>
              <a:rPr lang="en-US" altLang="zh-CN" dirty="0"/>
              <a:t>UML </a:t>
            </a:r>
            <a:r>
              <a:rPr lang="zh-CN" altLang="en-US" dirty="0"/>
              <a:t>交互图展示每个用例的实现过程的细节；</a:t>
            </a:r>
            <a:endParaRPr lang="en-US" altLang="zh-CN" dirty="0"/>
          </a:p>
          <a:p>
            <a:pPr marL="800100" lvl="1" indent="-457200">
              <a:buFont typeface="+mj-lt"/>
              <a:buAutoNum type="arabicPeriod"/>
            </a:pPr>
            <a:r>
              <a:rPr lang="zh-CN" altLang="en-US" dirty="0"/>
              <a:t>汇总所有的交互图内容，以</a:t>
            </a:r>
            <a:r>
              <a:rPr lang="en-US" altLang="zh-CN" dirty="0"/>
              <a:t>UML</a:t>
            </a:r>
            <a:r>
              <a:rPr lang="zh-CN" altLang="en-US" dirty="0"/>
              <a:t>类图表示的能够满足所有用例的系统静态结构；</a:t>
            </a:r>
            <a:endParaRPr lang="en-US" altLang="zh-CN" dirty="0"/>
          </a:p>
          <a:p>
            <a:pPr marL="800100" lvl="1" indent="-457200">
              <a:buFont typeface="+mj-lt"/>
              <a:buAutoNum type="arabicPeriod"/>
            </a:pPr>
            <a:r>
              <a:rPr lang="zh-CN" altLang="en-US" dirty="0"/>
              <a:t>根据系统的设计原则进行优化。</a:t>
            </a:r>
            <a:endParaRPr lang="en-US" altLang="zh-CN" dirty="0"/>
          </a:p>
        </p:txBody>
      </p:sp>
      <p:sp>
        <p:nvSpPr>
          <p:cNvPr id="7" name="日期占位符 6"/>
          <p:cNvSpPr>
            <a:spLocks noGrp="1"/>
          </p:cNvSpPr>
          <p:nvPr>
            <p:ph type="dt" sz="half" idx="10"/>
            <p:custDataLst>
              <p:tags r:id="rId3"/>
            </p:custDataLst>
          </p:nvPr>
        </p:nvSpPr>
        <p:spPr/>
        <p:txBody>
          <a:bodyPr/>
          <a:lstStyle/>
          <a:p>
            <a:fld id="{33A29788-0EBB-4609-938E-467914B468A8}" type="datetime1">
              <a:rPr lang="zh-CN" altLang="en-US" smtClean="0"/>
              <a:t>2025/1/4</a:t>
            </a:fld>
            <a:endParaRPr lang="zh-CN" altLang="en-US" dirty="0"/>
          </a:p>
        </p:txBody>
      </p:sp>
      <p:sp>
        <p:nvSpPr>
          <p:cNvPr id="8" name="页脚占位符 7"/>
          <p:cNvSpPr>
            <a:spLocks noGrp="1"/>
          </p:cNvSpPr>
          <p:nvPr>
            <p:ph type="ftr" sz="quarter" idx="11"/>
            <p:custDataLst>
              <p:tags r:id="rId4"/>
            </p:custDataLst>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custDataLst>
              <p:tags r:id="rId5"/>
            </p:custDataLst>
          </p:nvPr>
        </p:nvSpPr>
        <p:spPr/>
        <p:txBody>
          <a:bodyPr/>
          <a:lstStyle/>
          <a:p>
            <a:fld id="{65C61107-C9B8-45B5-BD23-C8A00455B7E2}" type="slidenum">
              <a:rPr lang="zh-CN" altLang="en-US" smtClean="0"/>
              <a:t>3</a:t>
            </a:fld>
            <a:endParaRPr lang="zh-CN" altLang="en-US" dirty="0"/>
          </a:p>
        </p:txBody>
      </p:sp>
      <p:graphicFrame>
        <p:nvGraphicFramePr>
          <p:cNvPr id="13" name="Object 4"/>
          <p:cNvGraphicFramePr>
            <a:graphicFrameLocks noChangeAspect="1"/>
          </p:cNvGraphicFramePr>
          <p:nvPr>
            <p:custDataLst>
              <p:tags r:id="rId6"/>
            </p:custDataLst>
          </p:nvPr>
        </p:nvGraphicFramePr>
        <p:xfrm>
          <a:off x="5031426" y="3699347"/>
          <a:ext cx="6897219" cy="2477616"/>
        </p:xfrm>
        <a:graphic>
          <a:graphicData uri="http://schemas.openxmlformats.org/presentationml/2006/ole">
            <mc:AlternateContent xmlns:mc="http://schemas.openxmlformats.org/markup-compatibility/2006">
              <mc:Choice xmlns:v="urn:schemas-microsoft-com:vml" Requires="v">
                <p:oleObj name="Visio" r:id="rId8" imgW="4209415" imgH="1509395" progId="Visio.Drawing.11">
                  <p:embed/>
                </p:oleObj>
              </mc:Choice>
              <mc:Fallback>
                <p:oleObj name="Visio" r:id="rId8" imgW="4209415" imgH="1509395" progId="Visio.Drawing.11">
                  <p:embed/>
                  <p:pic>
                    <p:nvPicPr>
                      <p:cNvPr id="0" name="图片 7231"/>
                      <p:cNvPicPr>
                        <a:picLocks noChangeAspect="1" noChangeArrowheads="1"/>
                      </p:cNvPicPr>
                      <p:nvPr/>
                    </p:nvPicPr>
                    <p:blipFill>
                      <a:blip r:embed="rId9"/>
                      <a:srcRect/>
                      <a:stretch>
                        <a:fillRect/>
                      </a:stretch>
                    </p:blipFill>
                    <p:spPr bwMode="auto">
                      <a:xfrm>
                        <a:off x="5031426" y="3699347"/>
                        <a:ext cx="6897219" cy="2477616"/>
                      </a:xfrm>
                      <a:prstGeom prst="rect">
                        <a:avLst/>
                      </a:prstGeom>
                      <a:solidFill>
                        <a:srgbClr val="92D050"/>
                      </a:solidFill>
                      <a:ln>
                        <a:noFill/>
                      </a:ln>
                    </p:spPr>
                  </p:pic>
                </p:oleObj>
              </mc:Fallback>
            </mc:AlternateContent>
          </a:graphicData>
        </a:graphic>
      </p:graphicFrame>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zh-CN" altLang="en-US" dirty="0"/>
              <a:t>面向对象的设计与</a:t>
            </a:r>
            <a:r>
              <a:rPr lang="en-US" altLang="zh-CN" dirty="0"/>
              <a:t>UML</a:t>
            </a:r>
            <a:endParaRPr lang="zh-CN" altLang="en-US" dirty="0"/>
          </a:p>
        </p:txBody>
      </p:sp>
      <p:sp>
        <p:nvSpPr>
          <p:cNvPr id="8196" name="Rectangle 3"/>
          <p:cNvSpPr>
            <a:spLocks noGrp="1" noChangeArrowheads="1"/>
          </p:cNvSpPr>
          <p:nvPr>
            <p:ph idx="1"/>
          </p:nvPr>
        </p:nvSpPr>
        <p:spPr>
          <a:xfrm>
            <a:off x="335361" y="980728"/>
            <a:ext cx="11593284" cy="5196235"/>
          </a:xfrm>
        </p:spPr>
        <p:txBody>
          <a:bodyPr/>
          <a:lstStyle/>
          <a:p>
            <a:r>
              <a:rPr lang="zh-CN" altLang="en-US" dirty="0"/>
              <a:t>软件概要设计</a:t>
            </a:r>
          </a:p>
          <a:p>
            <a:pPr lvl="1"/>
            <a:r>
              <a:rPr lang="zh-CN" altLang="en-US" dirty="0"/>
              <a:t>选择合适的软件架构；</a:t>
            </a:r>
            <a:endParaRPr lang="en-US" altLang="zh-CN" dirty="0"/>
          </a:p>
          <a:p>
            <a:pPr lvl="1"/>
            <a:r>
              <a:rPr lang="zh-CN" altLang="en-US" dirty="0"/>
              <a:t>系统的动态结构设计：</a:t>
            </a:r>
            <a:endParaRPr lang="en-US" altLang="zh-CN" dirty="0"/>
          </a:p>
          <a:p>
            <a:pPr lvl="2"/>
            <a:r>
              <a:rPr lang="zh-CN" altLang="en-US" dirty="0"/>
              <a:t>用例实现过程设计，针对用例对应的</a:t>
            </a:r>
            <a:r>
              <a:rPr lang="en-US" altLang="zh-CN" dirty="0"/>
              <a:t>SSD</a:t>
            </a:r>
            <a:r>
              <a:rPr lang="zh-CN" altLang="en-US" dirty="0"/>
              <a:t>中的每个系统事件，运用</a:t>
            </a:r>
            <a:r>
              <a:rPr lang="en-US" altLang="zh-CN" dirty="0"/>
              <a:t>UML</a:t>
            </a:r>
            <a:r>
              <a:rPr lang="zh-CN" altLang="en-US" dirty="0"/>
              <a:t>的 </a:t>
            </a:r>
            <a:r>
              <a:rPr lang="en-US" altLang="zh-CN" dirty="0"/>
              <a:t>sequence diagram / collaboration diagram </a:t>
            </a:r>
            <a:r>
              <a:rPr lang="zh-CN" altLang="en-US" dirty="0"/>
              <a:t>给出符合该系统事件定义的操作契约的内容；</a:t>
            </a:r>
            <a:endParaRPr lang="en-US" altLang="zh-CN" dirty="0"/>
          </a:p>
          <a:p>
            <a:pPr lvl="2"/>
            <a:r>
              <a:rPr lang="zh-CN" altLang="en-US" dirty="0"/>
              <a:t>如果软件对象具有多种不同的职责（主要考虑对应于不同的用例）的情况下，需要运用 </a:t>
            </a:r>
            <a:r>
              <a:rPr lang="en-US" altLang="zh-CN" dirty="0"/>
              <a:t>state machines diagram </a:t>
            </a:r>
            <a:r>
              <a:rPr lang="zh-CN" altLang="en-US" dirty="0"/>
              <a:t>对该软件对象进行状态迁移的设计；</a:t>
            </a:r>
            <a:endParaRPr lang="en-US" altLang="zh-CN" dirty="0"/>
          </a:p>
          <a:p>
            <a:pPr lvl="1"/>
            <a:r>
              <a:rPr lang="zh-CN" altLang="en-US" dirty="0"/>
              <a:t>系统的静态结构设计</a:t>
            </a:r>
            <a:endParaRPr lang="en-US" altLang="zh-CN" dirty="0"/>
          </a:p>
          <a:p>
            <a:pPr lvl="2"/>
            <a:r>
              <a:rPr lang="zh-CN" altLang="en-US" dirty="0"/>
              <a:t>对所有用例的交互图进行归纳，运用</a:t>
            </a:r>
            <a:r>
              <a:rPr lang="en-US" altLang="zh-CN" dirty="0"/>
              <a:t>UML</a:t>
            </a:r>
            <a:r>
              <a:rPr lang="zh-CN" altLang="en-US" dirty="0"/>
              <a:t>的 </a:t>
            </a:r>
            <a:r>
              <a:rPr lang="en-US" altLang="zh-CN" dirty="0"/>
              <a:t>Class diagram </a:t>
            </a:r>
            <a:r>
              <a:rPr lang="zh-CN" altLang="en-US" dirty="0"/>
              <a:t>结合软件架构给出系统的静态结构；</a:t>
            </a:r>
            <a:endParaRPr lang="en-US" altLang="zh-CN" dirty="0"/>
          </a:p>
          <a:p>
            <a:r>
              <a:rPr lang="zh-CN" altLang="en-US" dirty="0"/>
              <a:t>软件详细设计</a:t>
            </a:r>
            <a:endParaRPr lang="en-US" altLang="zh-CN" dirty="0"/>
          </a:p>
          <a:p>
            <a:pPr lvl="1"/>
            <a:r>
              <a:rPr lang="zh-CN" altLang="en-US" dirty="0"/>
              <a:t>针对系统静态结构中每个对象的方法，运用</a:t>
            </a:r>
            <a:r>
              <a:rPr lang="en-US" altLang="zh-CN" dirty="0"/>
              <a:t>UML activity diagram</a:t>
            </a:r>
            <a:r>
              <a:rPr lang="zh-CN" altLang="en-US" dirty="0"/>
              <a:t> 或程序流程图或</a:t>
            </a:r>
            <a:r>
              <a:rPr lang="en-US" altLang="zh-CN" dirty="0"/>
              <a:t>NS</a:t>
            </a:r>
            <a:r>
              <a:rPr lang="zh-CN" altLang="en-US" dirty="0"/>
              <a:t>图对其进行逻辑结构的设计</a:t>
            </a:r>
            <a:endParaRPr lang="en-US" altLang="zh-CN" dirty="0"/>
          </a:p>
          <a:p>
            <a:pPr lvl="1"/>
            <a:endParaRPr lang="zh-CN" altLang="zh-CN" dirty="0"/>
          </a:p>
        </p:txBody>
      </p:sp>
      <p:sp>
        <p:nvSpPr>
          <p:cNvPr id="8197" name="Rectangle 5"/>
          <p:cNvSpPr>
            <a:spLocks noChangeArrowheads="1"/>
          </p:cNvSpPr>
          <p:nvPr/>
        </p:nvSpPr>
        <p:spPr bwMode="auto">
          <a:xfrm>
            <a:off x="1048327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7" name="日期占位符 6"/>
          <p:cNvSpPr>
            <a:spLocks noGrp="1"/>
          </p:cNvSpPr>
          <p:nvPr>
            <p:ph type="dt" sz="half" idx="10"/>
          </p:nvPr>
        </p:nvSpPr>
        <p:spPr/>
        <p:txBody>
          <a:bodyPr/>
          <a:lstStyle/>
          <a:p>
            <a:fld id="{AD4418C5-127E-421B-8600-EC31DD037F05}"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4</a:t>
            </a:fld>
            <a:endParaRPr lang="zh-CN" altLang="en-US" dirty="0"/>
          </a:p>
        </p:txBody>
      </p:sp>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面向对象设计的关键步骤</a:t>
            </a:r>
          </a:p>
        </p:txBody>
      </p:sp>
      <p:sp>
        <p:nvSpPr>
          <p:cNvPr id="3" name="内容占位符 2"/>
          <p:cNvSpPr>
            <a:spLocks noGrp="1"/>
          </p:cNvSpPr>
          <p:nvPr>
            <p:ph idx="1"/>
          </p:nvPr>
        </p:nvSpPr>
        <p:spPr/>
        <p:txBody>
          <a:bodyPr/>
          <a:lstStyle/>
          <a:p>
            <a:r>
              <a:rPr lang="zh-CN" altLang="en-US" dirty="0"/>
              <a:t>在确定软件框架结构的基础上，进行以下内容的设计</a:t>
            </a:r>
          </a:p>
          <a:p>
            <a:pPr lvl="1"/>
            <a:r>
              <a:rPr lang="zh-CN" altLang="en-US" sz="2200" dirty="0"/>
              <a:t>确定系统的软件基础架构；</a:t>
            </a:r>
          </a:p>
          <a:p>
            <a:pPr lvl="1"/>
            <a:r>
              <a:rPr lang="zh-CN" altLang="en-US" dirty="0">
                <a:solidFill>
                  <a:srgbClr val="FF0000"/>
                </a:solidFill>
              </a:rPr>
              <a:t>发现对象（发现软件类）</a:t>
            </a:r>
            <a:r>
              <a:rPr lang="zh-CN" altLang="en-US" dirty="0"/>
              <a:t>：根据需求和选择的架构和模式，参考业务系统的模型确定系统的每一项功能由那个软件对象或者由哪些软件对象共同完成；</a:t>
            </a:r>
            <a:endParaRPr lang="en-US" altLang="zh-CN" dirty="0"/>
          </a:p>
          <a:p>
            <a:pPr lvl="1"/>
            <a:r>
              <a:rPr lang="zh-CN" altLang="en-US" dirty="0">
                <a:solidFill>
                  <a:srgbClr val="FF0000"/>
                </a:solidFill>
              </a:rPr>
              <a:t>确定对象之间的关系</a:t>
            </a:r>
            <a:r>
              <a:rPr lang="zh-CN" altLang="en-US" dirty="0"/>
              <a:t>：根据系统顺序图及操作契约以及选择的架构和模式明确系统是如何相互协作完成功能需求的交互过程；</a:t>
            </a:r>
          </a:p>
          <a:p>
            <a:pPr lvl="1"/>
            <a:r>
              <a:rPr lang="zh-CN" altLang="en-US" dirty="0">
                <a:solidFill>
                  <a:srgbClr val="FF0000"/>
                </a:solidFill>
                <a:sym typeface="+mn-ea"/>
              </a:rPr>
              <a:t>确定对象行为</a:t>
            </a:r>
            <a:r>
              <a:rPr lang="zh-CN" altLang="en-US" dirty="0">
                <a:sym typeface="+mn-ea"/>
              </a:rPr>
              <a:t>：在明确软件对象的基础上为每个软件对象分配功能和职责；</a:t>
            </a:r>
            <a:endParaRPr lang="en-US" altLang="zh-CN" dirty="0"/>
          </a:p>
        </p:txBody>
      </p:sp>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5</a:t>
            </a:fld>
            <a:endParaRPr lang="zh-CN" altLang="en-US" dirty="0"/>
          </a:p>
        </p:txBody>
      </p:sp>
      <p:sp>
        <p:nvSpPr>
          <p:cNvPr id="7" name="文本框 6"/>
          <p:cNvSpPr txBox="1"/>
          <p:nvPr/>
        </p:nvSpPr>
        <p:spPr>
          <a:xfrm>
            <a:off x="4991735" y="1853565"/>
            <a:ext cx="5742305" cy="368300"/>
          </a:xfrm>
          <a:prstGeom prst="rect">
            <a:avLst/>
          </a:prstGeom>
          <a:noFill/>
        </p:spPr>
        <p:txBody>
          <a:bodyPr wrap="square" rtlCol="0">
            <a:spAutoFit/>
          </a:bodyPr>
          <a:lstStyle/>
          <a:p>
            <a:endParaRPr lang="en-US" altLang="zh-CN" sz="18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软件架构简介</a:t>
            </a:r>
          </a:p>
        </p:txBody>
      </p:sp>
      <p:sp>
        <p:nvSpPr>
          <p:cNvPr id="3" name="内容占位符 2"/>
          <p:cNvSpPr>
            <a:spLocks noGrp="1"/>
          </p:cNvSpPr>
          <p:nvPr>
            <p:ph idx="1"/>
          </p:nvPr>
        </p:nvSpPr>
        <p:spPr/>
        <p:txBody>
          <a:bodyPr>
            <a:normAutofit lnSpcReduction="10000"/>
          </a:bodyPr>
          <a:lstStyle/>
          <a:p>
            <a:r>
              <a:rPr lang="zh-CN" altLang="en-US"/>
              <a:t>软件常用的基础架构</a:t>
            </a:r>
          </a:p>
          <a:p>
            <a:pPr lvl="1"/>
            <a:r>
              <a:rPr lang="zh-CN" altLang="en-US" sz="2000" dirty="0">
                <a:sym typeface="+mn-ea"/>
              </a:rPr>
              <a:t>单机版（纯客户端）；</a:t>
            </a:r>
            <a:endParaRPr lang="zh-CN" altLang="en-US" sz="2000" dirty="0"/>
          </a:p>
          <a:p>
            <a:pPr lvl="1"/>
            <a:r>
              <a:rPr lang="zh-CN" altLang="en-US" sz="2000" dirty="0">
                <a:sym typeface="+mn-ea"/>
              </a:rPr>
              <a:t>客户端</a:t>
            </a:r>
            <a:r>
              <a:rPr lang="en-US" altLang="zh-CN" sz="2000" dirty="0">
                <a:sym typeface="+mn-ea"/>
              </a:rPr>
              <a:t>+</a:t>
            </a:r>
            <a:r>
              <a:rPr lang="zh-CN" altLang="en-US" sz="2000" dirty="0">
                <a:sym typeface="+mn-ea"/>
              </a:rPr>
              <a:t>服务器端：</a:t>
            </a:r>
            <a:r>
              <a:rPr lang="en-US" altLang="zh-CN" sz="2000" dirty="0">
                <a:sym typeface="+mn-ea"/>
              </a:rPr>
              <a:t>C/S </a:t>
            </a:r>
            <a:r>
              <a:rPr lang="zh-CN" altLang="en-US" sz="2000" dirty="0">
                <a:sym typeface="+mn-ea"/>
              </a:rPr>
              <a:t>和 </a:t>
            </a:r>
            <a:r>
              <a:rPr lang="en-US" altLang="zh-CN" sz="2000" dirty="0">
                <a:sym typeface="+mn-ea"/>
              </a:rPr>
              <a:t>B/S</a:t>
            </a:r>
            <a:r>
              <a:rPr lang="zh-CN" altLang="en-US" sz="2000" dirty="0">
                <a:sym typeface="+mn-ea"/>
              </a:rPr>
              <a:t>；</a:t>
            </a:r>
            <a:endParaRPr lang="zh-CN" altLang="en-US" sz="2000" dirty="0"/>
          </a:p>
          <a:p>
            <a:pPr lvl="1"/>
            <a:r>
              <a:rPr lang="zh-CN" altLang="en-US" sz="2000" dirty="0">
                <a:sym typeface="+mn-ea"/>
              </a:rPr>
              <a:t>微服务、云服务；</a:t>
            </a:r>
            <a:endParaRPr lang="en-US" altLang="zh-CN" sz="2000" dirty="0"/>
          </a:p>
          <a:p>
            <a:pPr lvl="0"/>
            <a:r>
              <a:rPr lang="zh-CN" altLang="en-US" sz="2180" dirty="0"/>
              <a:t>服务器端的分层</a:t>
            </a:r>
          </a:p>
          <a:p>
            <a:pPr lvl="1" algn="l">
              <a:buClrTx/>
              <a:buSzTx/>
            </a:pPr>
            <a:r>
              <a:rPr lang="zh-CN" altLang="en-US" sz="2000" dirty="0">
                <a:sym typeface="+mn-ea"/>
              </a:rPr>
              <a:t>2层：应用逻辑层+</a:t>
            </a:r>
            <a:r>
              <a:rPr lang="en-US" altLang="zh-CN" sz="2000" dirty="0">
                <a:sym typeface="+mn-ea"/>
              </a:rPr>
              <a:t>DB</a:t>
            </a:r>
            <a:endParaRPr lang="zh-CN" altLang="en-US" sz="2000" dirty="0">
              <a:latin typeface="微软雅黑" panose="020B0503020204020204" pitchFamily="34" charset="-122"/>
              <a:ea typeface="微软雅黑" panose="020B0503020204020204" pitchFamily="34" charset="-122"/>
            </a:endParaRPr>
          </a:p>
          <a:p>
            <a:pPr lvl="1" algn="l">
              <a:buClrTx/>
              <a:buSzTx/>
            </a:pPr>
            <a:r>
              <a:rPr lang="zh-CN" altLang="en-US" sz="2000" dirty="0">
                <a:sym typeface="+mn-ea"/>
              </a:rPr>
              <a:t>3层：应用逻辑层+持久化层</a:t>
            </a:r>
            <a:r>
              <a:rPr lang="en-US" altLang="zh-CN" sz="2000" dirty="0">
                <a:sym typeface="+mn-ea"/>
              </a:rPr>
              <a:t>+DB</a:t>
            </a:r>
            <a:endParaRPr lang="zh-CN" altLang="en-US" sz="2000" dirty="0">
              <a:latin typeface="微软雅黑" panose="020B0503020204020204" pitchFamily="34" charset="-122"/>
              <a:ea typeface="微软雅黑" panose="020B0503020204020204" pitchFamily="34" charset="-122"/>
              <a:sym typeface="+mn-ea"/>
            </a:endParaRPr>
          </a:p>
          <a:p>
            <a:pPr lvl="1" algn="l">
              <a:buClrTx/>
              <a:buSzTx/>
            </a:pPr>
            <a:r>
              <a:rPr lang="zh-CN" altLang="en-US" sz="2000" dirty="0">
                <a:sym typeface="+mn-ea"/>
              </a:rPr>
              <a:t>4层：控制器层+应用逻辑层+持久化层</a:t>
            </a:r>
            <a:r>
              <a:rPr lang="en-US" altLang="zh-CN" sz="2000" dirty="0">
                <a:sym typeface="+mn-ea"/>
              </a:rPr>
              <a:t>+DB</a:t>
            </a:r>
          </a:p>
          <a:p>
            <a:pPr lvl="1" algn="l">
              <a:buClrTx/>
              <a:buSzTx/>
            </a:pPr>
            <a:r>
              <a:rPr lang="en-US" altLang="zh-CN" sz="2000" dirty="0">
                <a:sym typeface="+mn-ea"/>
              </a:rPr>
              <a:t>5</a:t>
            </a:r>
            <a:r>
              <a:rPr lang="zh-CN" altLang="en-US" sz="2000" dirty="0">
                <a:sym typeface="+mn-ea"/>
              </a:rPr>
              <a:t>层：控制器层+应用逻辑层+基础架构层</a:t>
            </a:r>
            <a:r>
              <a:rPr lang="en-US" altLang="zh-CN" sz="2000" dirty="0">
                <a:sym typeface="+mn-ea"/>
              </a:rPr>
              <a:t>+</a:t>
            </a:r>
            <a:r>
              <a:rPr lang="zh-CN" altLang="en-US" sz="2000" dirty="0">
                <a:sym typeface="+mn-ea"/>
              </a:rPr>
              <a:t>持久化层</a:t>
            </a:r>
            <a:r>
              <a:rPr lang="en-US" altLang="zh-CN" sz="2000" dirty="0">
                <a:sym typeface="+mn-ea"/>
              </a:rPr>
              <a:t>+DB</a:t>
            </a:r>
          </a:p>
          <a:p>
            <a:pPr lvl="0" algn="l">
              <a:buClrTx/>
              <a:buSzTx/>
            </a:pPr>
            <a:r>
              <a:rPr lang="zh-CN" altLang="en-US" sz="2180" dirty="0">
                <a:sym typeface="+mn-ea"/>
              </a:rPr>
              <a:t>架构</a:t>
            </a:r>
            <a:r>
              <a:rPr lang="en-US" altLang="zh-CN" sz="1800" dirty="0">
                <a:sym typeface="+mn-ea"/>
              </a:rPr>
              <a:t>(Architecture)</a:t>
            </a:r>
            <a:r>
              <a:rPr lang="zh-CN" altLang="en-US" sz="2180" dirty="0">
                <a:sym typeface="+mn-ea"/>
              </a:rPr>
              <a:t>和框架</a:t>
            </a:r>
            <a:r>
              <a:rPr lang="en-US" altLang="zh-CN" sz="1800" dirty="0">
                <a:sym typeface="+mn-ea"/>
              </a:rPr>
              <a:t>(Framework)</a:t>
            </a:r>
            <a:r>
              <a:rPr lang="zh-CN" altLang="en-US" sz="2180" dirty="0">
                <a:sym typeface="+mn-ea"/>
              </a:rPr>
              <a:t>的区别</a:t>
            </a:r>
          </a:p>
          <a:p>
            <a:pPr lvl="1" algn="l">
              <a:buClrTx/>
              <a:buSzTx/>
            </a:pPr>
            <a:r>
              <a:rPr lang="zh-CN" altLang="en-US" sz="1995" dirty="0">
                <a:sym typeface="+mn-ea"/>
              </a:rPr>
              <a:t>架构是抽象的（</a:t>
            </a:r>
            <a:r>
              <a:rPr lang="en-US" altLang="zh-CN" sz="1995" dirty="0">
                <a:sym typeface="+mn-ea"/>
              </a:rPr>
              <a:t>MVC, MTV</a:t>
            </a:r>
            <a:r>
              <a:rPr lang="zh-CN" altLang="en-US" sz="1995" dirty="0">
                <a:sym typeface="+mn-ea"/>
              </a:rPr>
              <a:t>，微服务架构，阿里的中台服务架构等</a:t>
            </a:r>
            <a:r>
              <a:rPr lang="en-US" altLang="zh-CN" sz="1995" dirty="0">
                <a:sym typeface="+mn-ea"/>
              </a:rPr>
              <a:t>)</a:t>
            </a:r>
            <a:r>
              <a:rPr lang="zh-CN" altLang="en-US" sz="1995" dirty="0">
                <a:sym typeface="+mn-ea"/>
              </a:rPr>
              <a:t>，</a:t>
            </a:r>
          </a:p>
          <a:p>
            <a:pPr lvl="1" algn="l">
              <a:buClrTx/>
              <a:buSzTx/>
            </a:pPr>
            <a:r>
              <a:rPr lang="zh-CN" altLang="en-US" sz="1995" dirty="0">
                <a:sym typeface="+mn-ea"/>
              </a:rPr>
              <a:t>框架是具体的（有代码结构的，</a:t>
            </a:r>
            <a:r>
              <a:rPr lang="en-US" altLang="zh-CN" sz="1995" dirty="0">
                <a:sym typeface="+mn-ea"/>
              </a:rPr>
              <a:t>SSH, Django, Vue, SpringBoot</a:t>
            </a:r>
            <a:r>
              <a:rPr lang="zh-CN" altLang="en-US" sz="1995" dirty="0">
                <a:sym typeface="+mn-ea"/>
              </a:rPr>
              <a:t>等）</a:t>
            </a:r>
          </a:p>
        </p:txBody>
      </p:sp>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r>
              <a:rPr lang="en-US" altLang="zh-CN" dirty="0"/>
              <a:t>©2015-2020 Data Science &amp; Service 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6</a:t>
            </a:fld>
            <a:endParaRPr lang="zh-CN" altLang="en-US" dirty="0"/>
          </a:p>
        </p:txBody>
      </p:sp>
      <p:pic>
        <p:nvPicPr>
          <p:cNvPr id="7" name="图片 6"/>
          <p:cNvPicPr>
            <a:picLocks noChangeAspect="1"/>
          </p:cNvPicPr>
          <p:nvPr>
            <p:custDataLst>
              <p:tags r:id="rId1"/>
            </p:custDataLst>
          </p:nvPr>
        </p:nvPicPr>
        <p:blipFill>
          <a:blip r:embed="rId4"/>
          <a:stretch>
            <a:fillRect/>
          </a:stretch>
        </p:blipFill>
        <p:spPr>
          <a:xfrm>
            <a:off x="6118860" y="825500"/>
            <a:ext cx="5876925" cy="3448050"/>
          </a:xfrm>
          <a:prstGeom prst="rect">
            <a:avLst/>
          </a:prstGeom>
        </p:spPr>
      </p:pic>
    </p:spTree>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常用前端框架</a:t>
            </a:r>
          </a:p>
        </p:txBody>
      </p:sp>
      <p:sp>
        <p:nvSpPr>
          <p:cNvPr id="3" name="内容占位符 2"/>
          <p:cNvSpPr>
            <a:spLocks noGrp="1"/>
          </p:cNvSpPr>
          <p:nvPr>
            <p:ph idx="1"/>
          </p:nvPr>
        </p:nvSpPr>
        <p:spPr/>
        <p:txBody>
          <a:bodyPr/>
          <a:lstStyle/>
          <a:p>
            <a:pPr>
              <a:lnSpc>
                <a:spcPct val="110000"/>
              </a:lnSpc>
            </a:pPr>
            <a:r>
              <a:rPr lang="en-US" altLang="zh-CN"/>
              <a:t>Vue</a:t>
            </a:r>
            <a:r>
              <a:rPr lang="zh-CN" altLang="en-US"/>
              <a:t>：渐进式的 JavaScript 框架，适用于各种规模的项目，从简单的小型项目到复杂的大型应用。它的渐进式特性使得它对于初学者比较友好，同时也能够满足专业开发者构建大型应用的需求。</a:t>
            </a:r>
          </a:p>
          <a:p>
            <a:pPr>
              <a:lnSpc>
                <a:spcPct val="110000"/>
              </a:lnSpc>
            </a:pPr>
            <a:r>
              <a:rPr lang="en-US" altLang="zh-CN"/>
              <a:t>React</a:t>
            </a:r>
            <a:r>
              <a:rPr lang="zh-CN" altLang="en-US"/>
              <a:t>：使用虚拟 DOM（Document Object Model）以及组件化开发；适用于构建大型单页应用（SPA - Single Page Application），如社交媒体平台的前端（</a:t>
            </a:r>
            <a:r>
              <a:rPr lang="en-US" altLang="zh-CN"/>
              <a:t>FaceBook</a:t>
            </a:r>
            <a:r>
              <a:rPr lang="zh-CN" altLang="en-US"/>
              <a:t>）、复杂的企业级管理系统等。</a:t>
            </a:r>
          </a:p>
          <a:p>
            <a:pPr>
              <a:lnSpc>
                <a:spcPct val="110000"/>
              </a:lnSpc>
            </a:pPr>
            <a:r>
              <a:rPr lang="en-US" altLang="zh-CN"/>
              <a:t>Angular</a:t>
            </a:r>
            <a:r>
              <a:rPr lang="zh-CN" altLang="en-US"/>
              <a:t>：使用强类型检查</a:t>
            </a:r>
            <a:r>
              <a:rPr lang="en-US" altLang="zh-CN"/>
              <a:t>(TypeScript</a:t>
            </a:r>
            <a:r>
              <a:rPr lang="zh-CN" altLang="en-US"/>
              <a:t>）、依赖注入和模块化架构；适合构建大型企业级应用，尤其是对于需要高度的可维护性、团队协作和代码质量控制的项目，如网上银行系统和</a:t>
            </a:r>
            <a:r>
              <a:rPr lang="en-US" altLang="zh-CN"/>
              <a:t>ERP</a:t>
            </a:r>
            <a:r>
              <a:rPr lang="zh-CN" altLang="en-US"/>
              <a:t>等。</a:t>
            </a:r>
          </a:p>
        </p:txBody>
      </p:sp>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r>
              <a:rPr lang="en-US" altLang="zh-CN" dirty="0"/>
              <a:t>©2015-2020 Data Science &amp; Service 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7</a:t>
            </a:fld>
            <a:endParaRPr lang="zh-CN" altLang="en-US" dirty="0"/>
          </a:p>
        </p:txBody>
      </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Vue</a:t>
            </a:r>
            <a:r>
              <a:rPr lang="zh-CN" altLang="en-US"/>
              <a:t>框架基本结构</a:t>
            </a:r>
          </a:p>
        </p:txBody>
      </p:sp>
      <p:pic>
        <p:nvPicPr>
          <p:cNvPr id="8" name="内容占位符 7"/>
          <p:cNvPicPr>
            <a:picLocks noGrp="1" noChangeAspect="1"/>
          </p:cNvPicPr>
          <p:nvPr>
            <p:ph idx="1"/>
          </p:nvPr>
        </p:nvPicPr>
        <p:blipFill>
          <a:blip r:embed="rId2"/>
          <a:stretch>
            <a:fillRect/>
          </a:stretch>
        </p:blipFill>
        <p:spPr>
          <a:xfrm>
            <a:off x="1631950" y="764540"/>
            <a:ext cx="2249805" cy="5545455"/>
          </a:xfrm>
          <a:prstGeom prst="rect">
            <a:avLst/>
          </a:prstGeom>
        </p:spPr>
      </p:pic>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r>
              <a:rPr lang="en-US" altLang="zh-CN" dirty="0"/>
              <a:t>©2015-2020 Data Science &amp; Service 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8</a:t>
            </a:fld>
            <a:endParaRPr lang="zh-CN" altLang="en-US" dirty="0"/>
          </a:p>
        </p:txBody>
      </p:sp>
      <p:sp>
        <p:nvSpPr>
          <p:cNvPr id="9" name="文本框 8"/>
          <p:cNvSpPr txBox="1"/>
          <p:nvPr/>
        </p:nvSpPr>
        <p:spPr>
          <a:xfrm>
            <a:off x="4248150" y="866775"/>
            <a:ext cx="6539230" cy="5367655"/>
          </a:xfrm>
          <a:prstGeom prst="rect">
            <a:avLst/>
          </a:prstGeom>
          <a:solidFill>
            <a:schemeClr val="accent2">
              <a:lumMod val="40000"/>
              <a:lumOff val="60000"/>
            </a:schemeClr>
          </a:solidFill>
          <a:ln w="12700" cmpd="sng">
            <a:solidFill>
              <a:schemeClr val="accent1">
                <a:shade val="50000"/>
              </a:schemeClr>
            </a:solidFill>
            <a:prstDash val="solid"/>
          </a:ln>
        </p:spPr>
        <p:txBody>
          <a:bodyPr wrap="square" rtlCol="0" anchor="t">
            <a:noAutofit/>
          </a:bodyPr>
          <a:lstStyle/>
          <a:p>
            <a:r>
              <a:rPr lang="zh-CN" altLang="en-US" sz="1600" b="1">
                <a:latin typeface="等线" panose="02010600030101010101" charset="-122"/>
                <a:ea typeface="等线" panose="02010600030101010101" charset="-122"/>
                <a:cs typeface="等线" panose="02010600030101010101" charset="-122"/>
              </a:rPr>
              <a:t>node_modules/</a:t>
            </a:r>
            <a:r>
              <a:rPr lang="zh-CN" altLang="en-US" sz="1600">
                <a:latin typeface="等线" panose="02010600030101010101" charset="-122"/>
                <a:ea typeface="等线" panose="02010600030101010101" charset="-122"/>
                <a:cs typeface="等线" panose="02010600030101010101" charset="-122"/>
              </a:rPr>
              <a:t>：包含项目依赖的 npm 模块。</a:t>
            </a:r>
          </a:p>
          <a:p>
            <a:r>
              <a:rPr lang="zh-CN" altLang="en-US" sz="1600" b="1">
                <a:latin typeface="等线" panose="02010600030101010101" charset="-122"/>
                <a:ea typeface="等线" panose="02010600030101010101" charset="-122"/>
                <a:cs typeface="等线" panose="02010600030101010101" charset="-122"/>
              </a:rPr>
              <a:t>public/</a:t>
            </a:r>
            <a:r>
              <a:rPr lang="zh-CN" altLang="en-US" sz="1600">
                <a:latin typeface="等线" panose="02010600030101010101" charset="-122"/>
                <a:ea typeface="等线" panose="02010600030101010101" charset="-122"/>
                <a:cs typeface="等线" panose="02010600030101010101" charset="-122"/>
              </a:rPr>
              <a:t>：静态资源文件夹。 </a:t>
            </a:r>
          </a:p>
          <a:p>
            <a:pPr indent="457200"/>
            <a:r>
              <a:rPr lang="zh-CN" altLang="en-US" sz="1600">
                <a:latin typeface="等线" panose="02010600030101010101" charset="-122"/>
                <a:ea typeface="等线" panose="02010600030101010101" charset="-122"/>
                <a:cs typeface="等线" panose="02010600030101010101" charset="-122"/>
              </a:rPr>
              <a:t>•index.html: 主 HTML 文件，包含 Vue 应用的入口点。</a:t>
            </a:r>
          </a:p>
          <a:p>
            <a:pPr indent="457200"/>
            <a:r>
              <a:rPr lang="zh-CN" altLang="en-US" sz="1600">
                <a:latin typeface="等线" panose="02010600030101010101" charset="-122"/>
                <a:ea typeface="等线" panose="02010600030101010101" charset="-122"/>
                <a:cs typeface="等线" panose="02010600030101010101" charset="-122"/>
              </a:rPr>
              <a:t>•favicon.ico: 网站图标。</a:t>
            </a:r>
          </a:p>
          <a:p>
            <a:r>
              <a:rPr lang="zh-CN" altLang="en-US" sz="1600" b="1">
                <a:latin typeface="等线" panose="02010600030101010101" charset="-122"/>
                <a:ea typeface="等线" panose="02010600030101010101" charset="-122"/>
                <a:cs typeface="等线" panose="02010600030101010101" charset="-122"/>
              </a:rPr>
              <a:t>src/</a:t>
            </a:r>
            <a:r>
              <a:rPr lang="zh-CN" altLang="en-US" sz="1600">
                <a:latin typeface="等线" panose="02010600030101010101" charset="-122"/>
                <a:ea typeface="等线" panose="02010600030101010101" charset="-122"/>
                <a:cs typeface="等线" panose="02010600030101010101" charset="-122"/>
              </a:rPr>
              <a:t>：源代码文件夹，包含 Vue 应用的所有源代码。</a:t>
            </a:r>
          </a:p>
          <a:p>
            <a:r>
              <a:rPr lang="zh-CN" altLang="en-US" sz="1600" b="1">
                <a:latin typeface="等线" panose="02010600030101010101" charset="-122"/>
                <a:ea typeface="等线" panose="02010600030101010101" charset="-122"/>
                <a:cs typeface="等线" panose="02010600030101010101" charset="-122"/>
              </a:rPr>
              <a:t>assets/</a:t>
            </a:r>
            <a:r>
              <a:rPr lang="zh-CN" altLang="en-US" sz="1600">
                <a:latin typeface="等线" panose="02010600030101010101" charset="-122"/>
                <a:ea typeface="等线" panose="02010600030101010101" charset="-122"/>
                <a:cs typeface="等线" panose="02010600030101010101" charset="-122"/>
              </a:rPr>
              <a:t>：存放静态资源文件，如图片、字体等。 </a:t>
            </a:r>
          </a:p>
          <a:p>
            <a:pPr indent="457200"/>
            <a:r>
              <a:rPr lang="zh-CN" altLang="en-US" sz="1600">
                <a:latin typeface="等线" panose="02010600030101010101" charset="-122"/>
                <a:ea typeface="等线" panose="02010600030101010101" charset="-122"/>
                <a:cs typeface="等线" panose="02010600030101010101" charset="-122"/>
              </a:rPr>
              <a:t>•logo.png: 示例图片。</a:t>
            </a:r>
          </a:p>
          <a:p>
            <a:r>
              <a:rPr lang="zh-CN" altLang="en-US" sz="1600" b="1">
                <a:latin typeface="等线" panose="02010600030101010101" charset="-122"/>
                <a:ea typeface="等线" panose="02010600030101010101" charset="-122"/>
                <a:cs typeface="等线" panose="02010600030101010101" charset="-122"/>
              </a:rPr>
              <a:t>components/</a:t>
            </a:r>
            <a:r>
              <a:rPr lang="zh-CN" altLang="en-US" sz="1600">
                <a:latin typeface="等线" panose="02010600030101010101" charset="-122"/>
                <a:ea typeface="等线" panose="02010600030101010101" charset="-122"/>
                <a:cs typeface="等线" panose="02010600030101010101" charset="-122"/>
              </a:rPr>
              <a:t>：存放可复用的 Vue 组件。 </a:t>
            </a:r>
          </a:p>
          <a:p>
            <a:pPr indent="457200"/>
            <a:r>
              <a:rPr lang="zh-CN" altLang="en-US" sz="1600">
                <a:latin typeface="等线" panose="02010600030101010101" charset="-122"/>
                <a:ea typeface="等线" panose="02010600030101010101" charset="-122"/>
                <a:cs typeface="等线" panose="02010600030101010101" charset="-122"/>
              </a:rPr>
              <a:t>•HelloWorld.vue: 示例组件。</a:t>
            </a:r>
          </a:p>
          <a:p>
            <a:pPr indent="457200"/>
            <a:r>
              <a:rPr lang="zh-CN" altLang="en-US" sz="1600">
                <a:latin typeface="等线" panose="02010600030101010101" charset="-122"/>
                <a:ea typeface="等线" panose="02010600030101010101" charset="-122"/>
                <a:cs typeface="等线" panose="02010600030101010101" charset="-122"/>
              </a:rPr>
              <a:t>•MyComponent.vue: 自定义组件。</a:t>
            </a:r>
          </a:p>
          <a:p>
            <a:r>
              <a:rPr lang="zh-CN" altLang="en-US" sz="1600" b="1">
                <a:latin typeface="等线" panose="02010600030101010101" charset="-122"/>
                <a:ea typeface="等线" panose="02010600030101010101" charset="-122"/>
                <a:cs typeface="等线" panose="02010600030101010101" charset="-122"/>
              </a:rPr>
              <a:t>views/</a:t>
            </a:r>
            <a:r>
              <a:rPr lang="zh-CN" altLang="en-US" sz="1600">
                <a:latin typeface="等线" panose="02010600030101010101" charset="-122"/>
                <a:ea typeface="等线" panose="02010600030101010101" charset="-122"/>
                <a:cs typeface="等线" panose="02010600030101010101" charset="-122"/>
              </a:rPr>
              <a:t>：存放页面级别的 Vue 组件。 </a:t>
            </a:r>
          </a:p>
          <a:p>
            <a:pPr indent="457200"/>
            <a:r>
              <a:rPr lang="zh-CN" altLang="en-US" sz="1600">
                <a:latin typeface="等线" panose="02010600030101010101" charset="-122"/>
                <a:ea typeface="等线" panose="02010600030101010101" charset="-122"/>
                <a:cs typeface="等线" panose="02010600030101010101" charset="-122"/>
              </a:rPr>
              <a:t>•Home.vue: 首页组件。</a:t>
            </a:r>
          </a:p>
          <a:p>
            <a:pPr indent="457200"/>
            <a:r>
              <a:rPr lang="zh-CN" altLang="en-US" sz="1600">
                <a:latin typeface="等线" panose="02010600030101010101" charset="-122"/>
                <a:ea typeface="等线" panose="02010600030101010101" charset="-122"/>
                <a:cs typeface="等线" panose="02010600030101010101" charset="-122"/>
              </a:rPr>
              <a:t>•About.vue: 关于页面组件。</a:t>
            </a:r>
          </a:p>
          <a:p>
            <a:r>
              <a:rPr lang="zh-CN" altLang="en-US" sz="1600" b="1">
                <a:latin typeface="等线" panose="02010600030101010101" charset="-122"/>
                <a:ea typeface="等线" panose="02010600030101010101" charset="-122"/>
                <a:cs typeface="等线" panose="02010600030101010101" charset="-122"/>
              </a:rPr>
              <a:t>router/</a:t>
            </a:r>
            <a:r>
              <a:rPr lang="zh-CN" altLang="en-US" sz="1600">
                <a:latin typeface="等线" panose="02010600030101010101" charset="-122"/>
                <a:ea typeface="等线" panose="02010600030101010101" charset="-122"/>
                <a:cs typeface="等线" panose="02010600030101010101" charset="-122"/>
              </a:rPr>
              <a:t>：存放路由配置文件。</a:t>
            </a:r>
          </a:p>
          <a:p>
            <a:pPr indent="457200"/>
            <a:r>
              <a:rPr lang="zh-CN" altLang="en-US" sz="1600">
                <a:latin typeface="等线" panose="02010600030101010101" charset="-122"/>
                <a:ea typeface="等线" panose="02010600030101010101" charset="-122"/>
                <a:cs typeface="等线" panose="02010600030101010101" charset="-122"/>
              </a:rPr>
              <a:t> •index.js: 路由配置文件。</a:t>
            </a:r>
          </a:p>
          <a:p>
            <a:r>
              <a:rPr lang="zh-CN" altLang="en-US" sz="1600" b="1">
                <a:latin typeface="等线" panose="02010600030101010101" charset="-122"/>
                <a:ea typeface="等线" panose="02010600030101010101" charset="-122"/>
                <a:cs typeface="等线" panose="02010600030101010101" charset="-122"/>
              </a:rPr>
              <a:t>store/</a:t>
            </a:r>
            <a:r>
              <a:rPr lang="zh-CN" altLang="en-US" sz="1600">
                <a:latin typeface="等线" panose="02010600030101010101" charset="-122"/>
                <a:ea typeface="等线" panose="02010600030101010101" charset="-122"/>
                <a:cs typeface="等线" panose="02010600030101010101" charset="-122"/>
              </a:rPr>
              <a:t>：存放 Vuex 状态管理文件。 </a:t>
            </a:r>
          </a:p>
          <a:p>
            <a:pPr indent="457200"/>
            <a:r>
              <a:rPr lang="zh-CN" altLang="en-US" sz="1600">
                <a:latin typeface="等线" panose="02010600030101010101" charset="-122"/>
                <a:ea typeface="等线" panose="02010600030101010101" charset="-122"/>
                <a:cs typeface="等线" panose="02010600030101010101" charset="-122"/>
              </a:rPr>
              <a:t>•index.js: Vuex 店铺配置文件。</a:t>
            </a:r>
          </a:p>
          <a:p>
            <a:r>
              <a:rPr lang="zh-CN" altLang="en-US" sz="1600" b="1">
                <a:latin typeface="等线" panose="02010600030101010101" charset="-122"/>
                <a:ea typeface="等线" panose="02010600030101010101" charset="-122"/>
                <a:cs typeface="等线" panose="02010600030101010101" charset="-122"/>
              </a:rPr>
              <a:t>App.vue</a:t>
            </a:r>
            <a:r>
              <a:rPr lang="zh-CN" altLang="en-US" sz="1600">
                <a:latin typeface="等线" panose="02010600030101010101" charset="-122"/>
                <a:ea typeface="等线" panose="02010600030101010101" charset="-122"/>
                <a:cs typeface="等线" panose="02010600030101010101" charset="-122"/>
              </a:rPr>
              <a:t>：根组件，包含整个应用的布局和结构。</a:t>
            </a:r>
          </a:p>
          <a:p>
            <a:r>
              <a:rPr lang="zh-CN" altLang="en-US" sz="1600" b="1">
                <a:latin typeface="等线" panose="02010600030101010101" charset="-122"/>
                <a:ea typeface="等线" panose="02010600030101010101" charset="-122"/>
                <a:cs typeface="等线" panose="02010600030101010101" charset="-122"/>
              </a:rPr>
              <a:t>main.js</a:t>
            </a:r>
            <a:r>
              <a:rPr lang="zh-CN" altLang="en-US" sz="1600">
                <a:latin typeface="等线" panose="02010600030101010101" charset="-122"/>
                <a:ea typeface="等线" panose="02010600030101010101" charset="-122"/>
                <a:cs typeface="等线" panose="02010600030101010101" charset="-122"/>
              </a:rPr>
              <a:t>：应用的入口文件，负责启动 Vue 实例并挂载到 DOM。</a:t>
            </a:r>
          </a:p>
          <a:p>
            <a:r>
              <a:rPr lang="en-US" altLang="zh-CN" sz="1600"/>
              <a:t>......</a:t>
            </a:r>
          </a:p>
        </p:txBody>
      </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React</a:t>
            </a:r>
            <a:r>
              <a:rPr lang="zh-CN" altLang="en-US"/>
              <a:t>框架基本结构</a:t>
            </a:r>
          </a:p>
        </p:txBody>
      </p:sp>
      <p:pic>
        <p:nvPicPr>
          <p:cNvPr id="7" name="内容占位符 6"/>
          <p:cNvPicPr>
            <a:picLocks noGrp="1" noChangeAspect="1"/>
          </p:cNvPicPr>
          <p:nvPr>
            <p:ph idx="1"/>
          </p:nvPr>
        </p:nvPicPr>
        <p:blipFill>
          <a:blip r:embed="rId2"/>
          <a:stretch>
            <a:fillRect/>
          </a:stretch>
        </p:blipFill>
        <p:spPr>
          <a:xfrm>
            <a:off x="1437005" y="509905"/>
            <a:ext cx="2219960" cy="5720080"/>
          </a:xfrm>
          <a:prstGeom prst="rect">
            <a:avLst/>
          </a:prstGeom>
        </p:spPr>
      </p:pic>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r>
              <a:rPr lang="en-US" altLang="zh-CN" dirty="0"/>
              <a:t>©2015-2020 Data Science &amp; Service 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9</a:t>
            </a:fld>
            <a:endParaRPr lang="zh-CN" altLang="en-US" dirty="0"/>
          </a:p>
        </p:txBody>
      </p:sp>
      <p:sp>
        <p:nvSpPr>
          <p:cNvPr id="9" name="文本框 8"/>
          <p:cNvSpPr txBox="1"/>
          <p:nvPr/>
        </p:nvSpPr>
        <p:spPr>
          <a:xfrm>
            <a:off x="4295775" y="697865"/>
            <a:ext cx="6539230" cy="5534025"/>
          </a:xfrm>
          <a:prstGeom prst="rect">
            <a:avLst/>
          </a:prstGeom>
          <a:solidFill>
            <a:schemeClr val="accent2">
              <a:lumMod val="40000"/>
              <a:lumOff val="60000"/>
            </a:schemeClr>
          </a:solidFill>
          <a:ln w="12700" cmpd="sng">
            <a:solidFill>
              <a:schemeClr val="accent1">
                <a:shade val="50000"/>
              </a:schemeClr>
            </a:solidFill>
            <a:prstDash val="solid"/>
          </a:ln>
        </p:spPr>
        <p:txBody>
          <a:bodyPr wrap="square" rtlCol="0" anchor="t">
            <a:noAutofit/>
          </a:bodyPr>
          <a:lstStyle/>
          <a:p>
            <a:r>
              <a:rPr lang="zh-CN" altLang="en-US" sz="1600">
                <a:latin typeface="等线" panose="02010600030101010101" charset="-122"/>
                <a:ea typeface="等线" panose="02010600030101010101" charset="-122"/>
                <a:cs typeface="等线" panose="02010600030101010101" charset="-122"/>
              </a:rPr>
              <a:t>node_modules/：包含项目依赖的 npm 模块。</a:t>
            </a:r>
          </a:p>
          <a:p>
            <a:r>
              <a:rPr lang="zh-CN" altLang="en-US" sz="1600">
                <a:latin typeface="等线" panose="02010600030101010101" charset="-122"/>
                <a:ea typeface="等线" panose="02010600030101010101" charset="-122"/>
                <a:cs typeface="等线" panose="02010600030101010101" charset="-122"/>
              </a:rPr>
              <a:t>public/：静态资源文件夹。</a:t>
            </a:r>
          </a:p>
          <a:p>
            <a:pPr indent="457200"/>
            <a:r>
              <a:rPr lang="zh-CN" altLang="en-US" sz="1600">
                <a:latin typeface="等线" panose="02010600030101010101" charset="-122"/>
                <a:ea typeface="等线" panose="02010600030101010101" charset="-122"/>
                <a:cs typeface="等线" panose="02010600030101010101" charset="-122"/>
              </a:rPr>
              <a:t>•index.html: 主 HTML 文件，包含 React 应用的入口点。</a:t>
            </a:r>
          </a:p>
          <a:p>
            <a:pPr indent="457200"/>
            <a:r>
              <a:rPr lang="zh-CN" altLang="en-US" sz="1600">
                <a:latin typeface="等线" panose="02010600030101010101" charset="-122"/>
                <a:ea typeface="等线" panose="02010600030101010101" charset="-122"/>
                <a:cs typeface="等线" panose="02010600030101010101" charset="-122"/>
              </a:rPr>
              <a:t>•favicon.ico: 网站图标。</a:t>
            </a:r>
          </a:p>
          <a:p>
            <a:pPr indent="457200"/>
            <a:r>
              <a:rPr lang="zh-CN" altLang="en-US" sz="1600">
                <a:latin typeface="等线" panose="02010600030101010101" charset="-122"/>
                <a:ea typeface="等线" panose="02010600030101010101" charset="-122"/>
                <a:cs typeface="等线" panose="02010600030101010101" charset="-122"/>
              </a:rPr>
              <a:t>•manifest.json: PWA（Progressive Web App）配置文件。</a:t>
            </a:r>
          </a:p>
          <a:p>
            <a:r>
              <a:rPr lang="zh-CN" altLang="en-US" sz="1600">
                <a:latin typeface="等线" panose="02010600030101010101" charset="-122"/>
                <a:ea typeface="等线" panose="02010600030101010101" charset="-122"/>
                <a:cs typeface="等线" panose="02010600030101010101" charset="-122"/>
              </a:rPr>
              <a:t>src/：源代码文件夹，包含 React 应用的所有源代码。</a:t>
            </a:r>
          </a:p>
          <a:p>
            <a:r>
              <a:rPr lang="zh-CN" altLang="en-US" sz="1600">
                <a:latin typeface="等线" panose="02010600030101010101" charset="-122"/>
                <a:ea typeface="等线" panose="02010600030101010101" charset="-122"/>
                <a:cs typeface="等线" panose="02010600030101010101" charset="-122"/>
              </a:rPr>
              <a:t>assets/：存放静态资源文件，如图片、SVG 等。 </a:t>
            </a:r>
          </a:p>
          <a:p>
            <a:pPr indent="457200"/>
            <a:r>
              <a:rPr lang="zh-CN" altLang="en-US" sz="1600">
                <a:latin typeface="等线" panose="02010600030101010101" charset="-122"/>
                <a:ea typeface="等线" panose="02010600030101010101" charset="-122"/>
                <a:cs typeface="等线" panose="02010600030101010101" charset="-122"/>
              </a:rPr>
              <a:t>•logo.svg: 示例 SVG 图标。</a:t>
            </a:r>
          </a:p>
          <a:p>
            <a:r>
              <a:rPr lang="zh-CN" altLang="en-US" sz="1600">
                <a:latin typeface="等线" panose="02010600030101010101" charset="-122"/>
                <a:ea typeface="等线" panose="02010600030101010101" charset="-122"/>
                <a:cs typeface="等线" panose="02010600030101010101" charset="-122"/>
              </a:rPr>
              <a:t>components/：存放可复用的 React 组件。</a:t>
            </a:r>
          </a:p>
          <a:p>
            <a:pPr indent="457200"/>
            <a:r>
              <a:rPr lang="zh-CN" altLang="en-US" sz="1600">
                <a:latin typeface="等线" panose="02010600030101010101" charset="-122"/>
                <a:ea typeface="等线" panose="02010600030101010101" charset="-122"/>
                <a:cs typeface="等线" panose="02010600030101010101" charset="-122"/>
              </a:rPr>
              <a:t>•Header.js: 头部组件。</a:t>
            </a:r>
          </a:p>
          <a:p>
            <a:pPr indent="457200"/>
            <a:r>
              <a:rPr lang="zh-CN" altLang="en-US" sz="1600">
                <a:latin typeface="等线" panose="02010600030101010101" charset="-122"/>
                <a:ea typeface="等线" panose="02010600030101010101" charset="-122"/>
                <a:cs typeface="等线" panose="02010600030101010101" charset="-122"/>
              </a:rPr>
              <a:t>•Footer.js: 底部组件。</a:t>
            </a:r>
          </a:p>
          <a:p>
            <a:pPr indent="457200"/>
            <a:r>
              <a:rPr lang="zh-CN" altLang="en-US" sz="1600">
                <a:latin typeface="等线" panose="02010600030101010101" charset="-122"/>
                <a:ea typeface="等线" panose="02010600030101010101" charset="-122"/>
                <a:cs typeface="等线" panose="02010600030101010101" charset="-122"/>
              </a:rPr>
              <a:t>•Button.js: 按钮组件。</a:t>
            </a:r>
          </a:p>
          <a:p>
            <a:r>
              <a:rPr lang="zh-CN" altLang="en-US" sz="1600">
                <a:latin typeface="等线" panose="02010600030101010101" charset="-122"/>
                <a:ea typeface="等线" panose="02010600030101010101" charset="-122"/>
                <a:cs typeface="等线" panose="02010600030101010101" charset="-122"/>
              </a:rPr>
              <a:t>pages/：存放页面级别的 React 组件。 </a:t>
            </a:r>
          </a:p>
          <a:p>
            <a:pPr indent="457200"/>
            <a:r>
              <a:rPr lang="zh-CN" altLang="en-US" sz="1600">
                <a:latin typeface="等线" panose="02010600030101010101" charset="-122"/>
                <a:ea typeface="等线" panose="02010600030101010101" charset="-122"/>
                <a:cs typeface="等线" panose="02010600030101010101" charset="-122"/>
              </a:rPr>
              <a:t>•HomePage.js: 首页组件。</a:t>
            </a:r>
          </a:p>
          <a:p>
            <a:pPr indent="457200"/>
            <a:r>
              <a:rPr lang="zh-CN" altLang="en-US" sz="1600">
                <a:latin typeface="等线" panose="02010600030101010101" charset="-122"/>
                <a:ea typeface="等线" panose="02010600030101010101" charset="-122"/>
                <a:cs typeface="等线" panose="02010600030101010101" charset="-122"/>
              </a:rPr>
              <a:t>•AboutPage.js: 关于页面组件。</a:t>
            </a:r>
          </a:p>
          <a:p>
            <a:r>
              <a:rPr lang="zh-CN" altLang="en-US" sz="1600">
                <a:latin typeface="等线" panose="02010600030101010101" charset="-122"/>
                <a:ea typeface="等线" panose="02010600030101010101" charset="-122"/>
                <a:cs typeface="等线" panose="02010600030101010101" charset="-122"/>
              </a:rPr>
              <a:t>services/：存放与后端交互的 API 服务。 </a:t>
            </a:r>
          </a:p>
          <a:p>
            <a:pPr indent="457200"/>
            <a:r>
              <a:rPr lang="zh-CN" altLang="en-US" sz="1600">
                <a:latin typeface="等线" panose="02010600030101010101" charset="-122"/>
                <a:ea typeface="等线" panose="02010600030101010101" charset="-122"/>
                <a:cs typeface="等线" panose="02010600030101010101" charset="-122"/>
              </a:rPr>
              <a:t>•apiService.js: API 服务文件。</a:t>
            </a:r>
          </a:p>
          <a:p>
            <a:r>
              <a:rPr lang="zh-CN" altLang="en-US" sz="1600">
                <a:latin typeface="等线" panose="02010600030101010101" charset="-122"/>
                <a:ea typeface="等线" panose="02010600030101010101" charset="-122"/>
                <a:cs typeface="等线" panose="02010600030101010101" charset="-122"/>
              </a:rPr>
              <a:t>utils/：存放工具函数和辅助函数。 </a:t>
            </a:r>
          </a:p>
          <a:p>
            <a:pPr indent="457200"/>
            <a:r>
              <a:rPr lang="zh-CN" altLang="en-US" sz="1600">
                <a:latin typeface="等线" panose="02010600030101010101" charset="-122"/>
                <a:ea typeface="等线" panose="02010600030101010101" charset="-122"/>
                <a:cs typeface="等线" panose="02010600030101010101" charset="-122"/>
              </a:rPr>
              <a:t>•helpers.js: 辅助函数文件。</a:t>
            </a:r>
          </a:p>
          <a:p>
            <a:r>
              <a:rPr lang="zh-CN" altLang="en-US" sz="1600">
                <a:latin typeface="等线" panose="02010600030101010101" charset="-122"/>
                <a:ea typeface="等线" panose="02010600030101010101" charset="-122"/>
                <a:cs typeface="等线" panose="02010600030101010101" charset="-122"/>
              </a:rPr>
              <a:t>App.js：根组件，包含整个应用的布局和结构。</a:t>
            </a:r>
          </a:p>
          <a:p>
            <a:r>
              <a:rPr lang="zh-CN" altLang="en-US" sz="1600">
                <a:latin typeface="等线" panose="02010600030101010101" charset="-122"/>
                <a:ea typeface="等线" panose="02010600030101010101" charset="-122"/>
                <a:cs typeface="等线" panose="02010600030101010101" charset="-122"/>
              </a:rPr>
              <a:t>App.css：根组件的样式文件。</a:t>
            </a:r>
          </a:p>
          <a:p>
            <a:r>
              <a:rPr lang="zh-CN" altLang="en-US" sz="1600">
                <a:latin typeface="等线" panose="02010600030101010101" charset="-122"/>
                <a:ea typeface="等线" panose="02010600030101010101" charset="-122"/>
                <a:cs typeface="等线" panose="02010600030101010101" charset="-122"/>
              </a:rPr>
              <a:t>index.js：应用的入口文件，负责渲染根组件到 DOM。</a:t>
            </a:r>
            <a:r>
              <a:rPr lang="en-US" altLang="zh-CN" sz="1600"/>
              <a:t>......</a:t>
            </a:r>
          </a:p>
        </p:txBody>
      </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常用后端框架</a:t>
            </a:r>
          </a:p>
        </p:txBody>
      </p:sp>
      <p:sp>
        <p:nvSpPr>
          <p:cNvPr id="3" name="内容占位符 2"/>
          <p:cNvSpPr>
            <a:spLocks noGrp="1"/>
          </p:cNvSpPr>
          <p:nvPr>
            <p:ph idx="1"/>
          </p:nvPr>
        </p:nvSpPr>
        <p:spPr>
          <a:xfrm>
            <a:off x="335280" y="1013460"/>
            <a:ext cx="11593195" cy="5163820"/>
          </a:xfrm>
        </p:spPr>
        <p:txBody>
          <a:bodyPr>
            <a:normAutofit fontScale="92500"/>
          </a:bodyPr>
          <a:lstStyle/>
          <a:p>
            <a:r>
              <a:rPr lang="en-US" altLang="zh-CN"/>
              <a:t>Java </a:t>
            </a:r>
            <a:r>
              <a:rPr lang="zh-CN" altLang="en-US"/>
              <a:t>框架</a:t>
            </a:r>
          </a:p>
          <a:p>
            <a:pPr lvl="1"/>
            <a:r>
              <a:rPr lang="en-US" altLang="zh-CN"/>
              <a:t>Spring </a:t>
            </a:r>
            <a:r>
              <a:rPr lang="zh-CN" altLang="en-US"/>
              <a:t>框架家族系列：</a:t>
            </a:r>
            <a:r>
              <a:rPr lang="en-US" altLang="zh-CN">
                <a:solidFill>
                  <a:srgbClr val="FF0000"/>
                </a:solidFill>
              </a:rPr>
              <a:t>Boot</a:t>
            </a:r>
            <a:r>
              <a:rPr lang="en-US" altLang="zh-CN"/>
              <a:t>, Cloud, Data</a:t>
            </a:r>
            <a:r>
              <a:rPr lang="zh-CN" altLang="en-US"/>
              <a:t>；</a:t>
            </a:r>
          </a:p>
          <a:p>
            <a:pPr lvl="1"/>
            <a:r>
              <a:rPr lang="en-US" altLang="zh-CN"/>
              <a:t>Java EE </a:t>
            </a:r>
            <a:r>
              <a:rPr lang="zh-CN" altLang="en-US"/>
              <a:t>相关框架：</a:t>
            </a:r>
            <a:r>
              <a:rPr lang="en-US" altLang="zh-CN"/>
              <a:t>EJB </a:t>
            </a:r>
            <a:r>
              <a:rPr lang="zh-CN" altLang="en-US"/>
              <a:t>（</a:t>
            </a:r>
            <a:r>
              <a:rPr lang="en-US" altLang="zh-CN"/>
              <a:t>Enterprise Java Beans</a:t>
            </a:r>
            <a:r>
              <a:rPr lang="zh-CN" altLang="en-US"/>
              <a:t>）</a:t>
            </a:r>
            <a:r>
              <a:rPr lang="en-US" altLang="zh-CN"/>
              <a:t>;</a:t>
            </a:r>
          </a:p>
          <a:p>
            <a:pPr lvl="1"/>
            <a:r>
              <a:rPr lang="en-US" altLang="zh-CN">
                <a:solidFill>
                  <a:srgbClr val="FF0000"/>
                </a:solidFill>
              </a:rPr>
              <a:t>SSH</a:t>
            </a:r>
            <a:r>
              <a:rPr lang="en-US" altLang="zh-CN"/>
              <a:t> </a:t>
            </a:r>
            <a:r>
              <a:rPr lang="zh-CN" altLang="en-US"/>
              <a:t>框架：</a:t>
            </a:r>
            <a:r>
              <a:rPr lang="en-US" altLang="zh-CN"/>
              <a:t>Struts2 + Spring + Hibernate</a:t>
            </a:r>
            <a:r>
              <a:rPr lang="zh-CN" altLang="en-US"/>
              <a:t>；</a:t>
            </a:r>
          </a:p>
          <a:p>
            <a:pPr lvl="1"/>
            <a:r>
              <a:rPr lang="en-US" altLang="zh-CN"/>
              <a:t>Micronaut ......</a:t>
            </a:r>
          </a:p>
          <a:p>
            <a:pPr lvl="0"/>
            <a:r>
              <a:rPr lang="en-US" altLang="zh-CN"/>
              <a:t>Python </a:t>
            </a:r>
            <a:r>
              <a:rPr lang="zh-CN" altLang="en-US"/>
              <a:t>框架</a:t>
            </a:r>
          </a:p>
          <a:p>
            <a:pPr lvl="1"/>
            <a:r>
              <a:rPr lang="en-US" altLang="zh-CN">
                <a:solidFill>
                  <a:srgbClr val="FF0000"/>
                </a:solidFill>
              </a:rPr>
              <a:t>Django</a:t>
            </a:r>
            <a:r>
              <a:rPr lang="en-US" altLang="zh-CN"/>
              <a:t> </a:t>
            </a:r>
          </a:p>
          <a:p>
            <a:pPr lvl="1"/>
            <a:r>
              <a:rPr lang="en-US" altLang="zh-CN"/>
              <a:t>Flask</a:t>
            </a:r>
          </a:p>
          <a:p>
            <a:pPr lvl="0"/>
            <a:r>
              <a:rPr lang="en-US" altLang="zh-CN"/>
              <a:t>JavaScript/Node.js </a:t>
            </a:r>
            <a:r>
              <a:rPr lang="zh-CN" altLang="en-US"/>
              <a:t>框架</a:t>
            </a:r>
          </a:p>
          <a:p>
            <a:pPr lvl="1"/>
            <a:r>
              <a:rPr lang="en-US" altLang="zh-CN"/>
              <a:t>Express</a:t>
            </a:r>
          </a:p>
          <a:p>
            <a:pPr lvl="1"/>
            <a:r>
              <a:rPr lang="en-US" altLang="zh-CN"/>
              <a:t>NestJS</a:t>
            </a:r>
          </a:p>
          <a:p>
            <a:pPr lvl="0"/>
            <a:r>
              <a:rPr lang="en-US" altLang="zh-CN"/>
              <a:t>Ruby</a:t>
            </a:r>
            <a:r>
              <a:rPr lang="zh-CN" altLang="en-US"/>
              <a:t>，</a:t>
            </a:r>
            <a:r>
              <a:rPr lang="en-US" altLang="zh-CN"/>
              <a:t>PHP</a:t>
            </a:r>
            <a:r>
              <a:rPr lang="zh-CN" altLang="en-US"/>
              <a:t>，</a:t>
            </a:r>
            <a:r>
              <a:rPr lang="en-US" altLang="zh-CN"/>
              <a:t>Go</a:t>
            </a:r>
            <a:r>
              <a:rPr lang="zh-CN" altLang="en-US"/>
              <a:t>，</a:t>
            </a:r>
            <a:r>
              <a:rPr lang="en-US" altLang="zh-CN"/>
              <a:t>.NET</a:t>
            </a:r>
            <a:r>
              <a:rPr lang="zh-CN" altLang="en-US"/>
              <a:t>，</a:t>
            </a:r>
            <a:r>
              <a:rPr lang="en-US" altLang="zh-CN"/>
              <a:t>Rust ......</a:t>
            </a:r>
          </a:p>
        </p:txBody>
      </p:sp>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r>
              <a:rPr lang="en-US" altLang="zh-CN" dirty="0"/>
              <a:t>©2015-2020 Data Science &amp; Service 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10</a:t>
            </a:fld>
            <a:endParaRPr lang="zh-CN" altLang="en-US" dirty="0"/>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SpringBoot </a:t>
            </a:r>
            <a:r>
              <a:rPr lang="zh-CN" altLang="en-US"/>
              <a:t>框架结构</a:t>
            </a:r>
          </a:p>
        </p:txBody>
      </p:sp>
      <p:pic>
        <p:nvPicPr>
          <p:cNvPr id="7" name="内容占位符 6"/>
          <p:cNvPicPr>
            <a:picLocks noGrp="1" noChangeAspect="1"/>
          </p:cNvPicPr>
          <p:nvPr>
            <p:ph idx="1"/>
          </p:nvPr>
        </p:nvPicPr>
        <p:blipFill>
          <a:blip r:embed="rId2"/>
          <a:stretch>
            <a:fillRect/>
          </a:stretch>
        </p:blipFill>
        <p:spPr>
          <a:xfrm>
            <a:off x="407670" y="685165"/>
            <a:ext cx="4088765" cy="5671185"/>
          </a:xfrm>
          <a:prstGeom prst="rect">
            <a:avLst/>
          </a:prstGeom>
        </p:spPr>
      </p:pic>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r>
              <a:rPr lang="en-US" altLang="zh-CN" dirty="0"/>
              <a:t>©2015-2020 Data Science &amp; Service 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11</a:t>
            </a:fld>
            <a:endParaRPr lang="zh-CN" altLang="en-US" dirty="0"/>
          </a:p>
        </p:txBody>
      </p:sp>
      <p:sp>
        <p:nvSpPr>
          <p:cNvPr id="9" name="文本框 8"/>
          <p:cNvSpPr txBox="1"/>
          <p:nvPr/>
        </p:nvSpPr>
        <p:spPr>
          <a:xfrm>
            <a:off x="4690745" y="1196975"/>
            <a:ext cx="6792595" cy="4860925"/>
          </a:xfrm>
          <a:prstGeom prst="rect">
            <a:avLst/>
          </a:prstGeom>
          <a:solidFill>
            <a:schemeClr val="accent2">
              <a:lumMod val="40000"/>
              <a:lumOff val="60000"/>
            </a:schemeClr>
          </a:solidFill>
          <a:ln w="12700" cmpd="sng">
            <a:solidFill>
              <a:schemeClr val="accent1">
                <a:shade val="50000"/>
              </a:schemeClr>
            </a:solidFill>
            <a:prstDash val="solid"/>
          </a:ln>
        </p:spPr>
        <p:txBody>
          <a:bodyPr wrap="square" rtlCol="0" anchor="t">
            <a:noAutofit/>
          </a:bodyPr>
          <a:lstStyle/>
          <a:p>
            <a:endParaRPr lang="zh-CN" altLang="en-US" sz="1600">
              <a:latin typeface="等线" panose="02010600030101010101" charset="-122"/>
              <a:ea typeface="等线" panose="02010600030101010101" charset="-122"/>
              <a:cs typeface="等线" panose="02010600030101010101" charset="-122"/>
            </a:endParaRPr>
          </a:p>
          <a:p>
            <a:endParaRPr lang="zh-CN" altLang="en-US" sz="1600">
              <a:latin typeface="等线" panose="02010600030101010101" charset="-122"/>
              <a:ea typeface="等线" panose="02010600030101010101" charset="-122"/>
              <a:cs typeface="等线" panose="02010600030101010101" charset="-122"/>
            </a:endParaRPr>
          </a:p>
          <a:p>
            <a:r>
              <a:rPr lang="zh-CN" altLang="en-US" sz="1600" b="1">
                <a:latin typeface="等线" panose="02010600030101010101" charset="-122"/>
                <a:ea typeface="等线" panose="02010600030101010101" charset="-122"/>
                <a:cs typeface="等线" panose="02010600030101010101" charset="-122"/>
              </a:rPr>
              <a:t>src/main/java</a:t>
            </a:r>
            <a:r>
              <a:rPr lang="zh-CN" altLang="en-US" sz="1600">
                <a:latin typeface="等线" panose="02010600030101010101" charset="-122"/>
                <a:ea typeface="等线" panose="02010600030101010101" charset="-122"/>
                <a:cs typeface="等线" panose="02010600030101010101" charset="-122"/>
              </a:rPr>
              <a:t>：存放Java源代码的主要位置。在这个目录下，通常会按照项目的包结构来组织代码。以com作为商业组织或公司常用的顶级域名。</a:t>
            </a:r>
          </a:p>
          <a:p>
            <a:r>
              <a:rPr lang="en-US" altLang="zh-CN" sz="1600"/>
              <a:t>example</a:t>
            </a:r>
            <a:r>
              <a:rPr lang="zh-CN" altLang="en-US" sz="1600"/>
              <a:t>：</a:t>
            </a:r>
            <a:r>
              <a:rPr lang="en-US" altLang="zh-CN" sz="1600"/>
              <a:t>是公司或项目的名称，可以根据实际情况替换</a:t>
            </a:r>
            <a:r>
              <a:rPr lang="zh-CN" altLang="en-US" sz="1600"/>
              <a:t>；</a:t>
            </a:r>
          </a:p>
          <a:p>
            <a:pPr indent="457200"/>
            <a:r>
              <a:rPr lang="en-US" altLang="zh-CN" sz="1600"/>
              <a:t>Demo</a:t>
            </a:r>
            <a:r>
              <a:rPr lang="zh-CN" altLang="en-US" sz="1600"/>
              <a:t>Application.java </a:t>
            </a:r>
            <a:r>
              <a:rPr lang="en-US" altLang="zh-CN" sz="1600"/>
              <a:t>:</a:t>
            </a:r>
            <a:r>
              <a:rPr lang="zh-CN" altLang="en-US" sz="1600"/>
              <a:t>主应用类</a:t>
            </a:r>
            <a:r>
              <a:rPr lang="en-US" altLang="zh-CN" sz="1600"/>
              <a:t>;</a:t>
            </a:r>
          </a:p>
          <a:p>
            <a:pPr indent="457200"/>
            <a:r>
              <a:rPr lang="en-US" altLang="zh-CN" sz="1600"/>
              <a:t>controller/</a:t>
            </a:r>
            <a:r>
              <a:rPr lang="zh-CN" altLang="en-US" sz="1600"/>
              <a:t>：控制器包，存放MVC模式中的控制器类；</a:t>
            </a:r>
          </a:p>
          <a:p>
            <a:pPr indent="457200"/>
            <a:r>
              <a:rPr lang="en-US" altLang="zh-CN" sz="1600"/>
              <a:t>service/</a:t>
            </a:r>
            <a:r>
              <a:rPr lang="zh-CN" altLang="en-US" sz="1600"/>
              <a:t>：服务包，存放业务逻辑类；</a:t>
            </a:r>
          </a:p>
          <a:p>
            <a:pPr marL="457200" lvl="1" indent="457200"/>
            <a:r>
              <a:rPr lang="en-US" altLang="zh-CN" sz="1600"/>
              <a:t>Userservice.java</a:t>
            </a:r>
          </a:p>
          <a:p>
            <a:pPr marL="457200" lvl="1" indent="457200"/>
            <a:r>
              <a:rPr lang="en-US" altLang="zh-CN" sz="1600"/>
              <a:t>impl/</a:t>
            </a:r>
            <a:r>
              <a:rPr lang="zh-CN" altLang="en-US" sz="1600"/>
              <a:t>：服务实现包，存放服务接口的实现类</a:t>
            </a:r>
          </a:p>
          <a:p>
            <a:pPr marL="914400" lvl="2" indent="457200"/>
            <a:r>
              <a:rPr lang="zh-CN" altLang="en-US" sz="1600">
                <a:sym typeface="+mn-ea"/>
              </a:rPr>
              <a:t>MyServiceImpl.java；</a:t>
            </a:r>
          </a:p>
          <a:p>
            <a:pPr marL="457200" lvl="1" indent="0"/>
            <a:r>
              <a:rPr lang="zh-CN" altLang="en-US" sz="1600"/>
              <a:t>repository/：存储库包，存放与数据库交互的类</a:t>
            </a:r>
          </a:p>
          <a:p>
            <a:pPr marL="457200" lvl="1" indent="0"/>
            <a:r>
              <a:rPr lang="en-US" altLang="zh-CN" sz="1600"/>
              <a:t>model</a:t>
            </a:r>
            <a:r>
              <a:rPr lang="zh-CN" altLang="en-US" sz="1600"/>
              <a:t>/：模型</a:t>
            </a:r>
            <a:r>
              <a:rPr lang="en-US" altLang="zh-CN" sz="1600"/>
              <a:t>包，存放JPA实体类或与数据库表对应的类</a:t>
            </a:r>
          </a:p>
          <a:p>
            <a:pPr marL="457200" lvl="1" indent="0"/>
            <a:r>
              <a:rPr lang="en-US" altLang="zh-CN" sz="1600"/>
              <a:t>config/</a:t>
            </a:r>
            <a:r>
              <a:rPr lang="zh-CN" altLang="en-US" sz="1600"/>
              <a:t>：配置包，存放Spring配置类或其他配置相关的类</a:t>
            </a:r>
          </a:p>
          <a:p>
            <a:pPr marL="457200" lvl="1" indent="0"/>
            <a:r>
              <a:rPr lang="en-US" altLang="zh-CN" sz="1600"/>
              <a:t>......</a:t>
            </a:r>
          </a:p>
          <a:p>
            <a:pPr marL="457200" lvl="1" indent="0"/>
            <a:endParaRPr lang="zh-CN" altLang="en-US" sz="1600"/>
          </a:p>
          <a:p>
            <a:pPr marL="457200" lvl="1" indent="0"/>
            <a:r>
              <a:rPr lang="en-US" altLang="zh-CN" sz="1600"/>
              <a:t>dto/</a:t>
            </a:r>
            <a:r>
              <a:rPr lang="zh-CN" altLang="en-US" sz="1600"/>
              <a:t>：数据传输对象包，存放用于层间数据传输的类</a:t>
            </a:r>
          </a:p>
          <a:p>
            <a:pPr marL="457200" lvl="1" indent="0"/>
            <a:r>
              <a:rPr lang="zh-CN" altLang="en-US" sz="1600"/>
              <a:t>util/：工具包，存放通用的工具类</a:t>
            </a:r>
          </a:p>
        </p:txBody>
      </p:sp>
    </p:spTree>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r>
              <a:rPr lang="zh-CN" altLang="en-US" dirty="0"/>
              <a:t>用户界面层</a:t>
            </a:r>
          </a:p>
        </p:txBody>
      </p:sp>
      <p:sp>
        <p:nvSpPr>
          <p:cNvPr id="12292" name="Rectangle 3"/>
          <p:cNvSpPr>
            <a:spLocks noGrp="1" noChangeArrowheads="1"/>
          </p:cNvSpPr>
          <p:nvPr>
            <p:ph idx="1"/>
          </p:nvPr>
        </p:nvSpPr>
        <p:spPr/>
        <p:txBody>
          <a:bodyPr>
            <a:normAutofit lnSpcReduction="10000"/>
          </a:bodyPr>
          <a:lstStyle/>
          <a:p>
            <a:r>
              <a:rPr lang="zh-CN" altLang="en-US" dirty="0"/>
              <a:t>用户界面层指与用户进行交互的部分，代表客户端，包含应用程序中用户界面部分的代码。</a:t>
            </a:r>
          </a:p>
          <a:p>
            <a:r>
              <a:rPr lang="zh-CN" altLang="en-US" dirty="0"/>
              <a:t>系统与用户的界面可以以多种形式出现：</a:t>
            </a:r>
          </a:p>
          <a:p>
            <a:pPr lvl="1"/>
            <a:r>
              <a:rPr lang="zh-CN" altLang="en-US" sz="2000" dirty="0"/>
              <a:t>图形用户界面</a:t>
            </a:r>
            <a:r>
              <a:rPr lang="en-US" altLang="zh-CN" sz="2000" dirty="0"/>
              <a:t>GUI</a:t>
            </a:r>
          </a:p>
          <a:p>
            <a:pPr lvl="1"/>
            <a:r>
              <a:rPr lang="zh-CN" altLang="en-US" sz="2000" dirty="0"/>
              <a:t>命令行界面</a:t>
            </a:r>
          </a:p>
          <a:p>
            <a:pPr lvl="1"/>
            <a:r>
              <a:rPr lang="zh-CN" altLang="en-US" sz="2000" dirty="0"/>
              <a:t>其他交互界面（语音等）</a:t>
            </a:r>
          </a:p>
          <a:p>
            <a:r>
              <a:rPr lang="zh-CN" altLang="en-US" dirty="0"/>
              <a:t>尽量将用户界面层与系统的业务逻辑分离，专门处理系统与用户的交互。</a:t>
            </a:r>
          </a:p>
          <a:p>
            <a:r>
              <a:rPr lang="zh-CN" altLang="en-US" dirty="0"/>
              <a:t>用户与系统的交互方式发生变化，系统的基本业务逻辑不需改变；</a:t>
            </a:r>
          </a:p>
          <a:p>
            <a:r>
              <a:rPr lang="zh-CN" altLang="en-US" dirty="0"/>
              <a:t>系统业务逻辑变化，在交互内容不变的情况下，用户界面不需要进行改变。</a:t>
            </a:r>
          </a:p>
          <a:p>
            <a:r>
              <a:rPr lang="zh-CN" altLang="en-US" dirty="0"/>
              <a:t>界面仿真设计工具： </a:t>
            </a:r>
            <a:r>
              <a:rPr lang="en-US" altLang="zh-CN" dirty="0"/>
              <a:t>Pixso, Axure, Angular, Web.com </a:t>
            </a:r>
            <a:r>
              <a:rPr lang="zh-CN" altLang="en-US" dirty="0"/>
              <a:t>等</a:t>
            </a:r>
          </a:p>
          <a:p>
            <a:r>
              <a:rPr lang="zh-CN" altLang="en-US" dirty="0"/>
              <a:t>请考虑课程作业的有几个客户端？</a:t>
            </a:r>
          </a:p>
        </p:txBody>
      </p:sp>
      <p:sp>
        <p:nvSpPr>
          <p:cNvPr id="7" name="日期占位符 6"/>
          <p:cNvSpPr>
            <a:spLocks noGrp="1"/>
          </p:cNvSpPr>
          <p:nvPr>
            <p:ph type="dt" sz="half" idx="10"/>
          </p:nvPr>
        </p:nvSpPr>
        <p:spPr/>
        <p:txBody>
          <a:bodyPr/>
          <a:lstStyle/>
          <a:p>
            <a:fld id="{5737B834-750E-4C92-B275-BFCE03BE1762}"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12</a:t>
            </a:fld>
            <a:endParaRPr lang="zh-CN" altLang="en-US" dirty="0"/>
          </a:p>
        </p:txBody>
      </p:sp>
    </p:spTree>
  </p:cSld>
  <p:clrMapOvr>
    <a:masterClrMapping/>
  </p:clrMapOvr>
  <p:transition>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常用的开发工具</a:t>
            </a:r>
          </a:p>
        </p:txBody>
      </p:sp>
      <p:sp>
        <p:nvSpPr>
          <p:cNvPr id="3" name="内容占位符 2"/>
          <p:cNvSpPr>
            <a:spLocks noGrp="1"/>
          </p:cNvSpPr>
          <p:nvPr>
            <p:ph idx="1"/>
          </p:nvPr>
        </p:nvSpPr>
        <p:spPr>
          <a:xfrm>
            <a:off x="737235" y="1196340"/>
            <a:ext cx="11191240" cy="4980940"/>
          </a:xfrm>
        </p:spPr>
        <p:txBody>
          <a:bodyPr>
            <a:normAutofit fontScale="92500"/>
          </a:bodyPr>
          <a:lstStyle/>
          <a:p>
            <a:r>
              <a:rPr lang="en-US" altLang="zh-CN"/>
              <a:t>Java </a:t>
            </a:r>
            <a:r>
              <a:rPr lang="zh-CN" altLang="en-US"/>
              <a:t>相关</a:t>
            </a:r>
          </a:p>
          <a:p>
            <a:pPr lvl="1"/>
            <a:r>
              <a:rPr lang="en-US" altLang="zh-CN"/>
              <a:t>Eclipse</a:t>
            </a:r>
            <a:r>
              <a:rPr lang="zh-CN" altLang="en-US"/>
              <a:t>：经典的</a:t>
            </a:r>
            <a:r>
              <a:rPr lang="en-US" altLang="zh-CN"/>
              <a:t>Java</a:t>
            </a:r>
            <a:r>
              <a:rPr lang="zh-CN" altLang="en-US"/>
              <a:t>开发工具，支持</a:t>
            </a:r>
            <a:r>
              <a:rPr lang="en-US" altLang="zh-CN"/>
              <a:t>Java EE</a:t>
            </a:r>
            <a:r>
              <a:rPr lang="zh-CN" altLang="en-US"/>
              <a:t>开发；</a:t>
            </a:r>
            <a:endParaRPr lang="en-US" altLang="zh-CN"/>
          </a:p>
          <a:p>
            <a:pPr lvl="1"/>
            <a:r>
              <a:rPr lang="en-US" altLang="zh-CN">
                <a:highlight>
                  <a:srgbClr val="FFFF00"/>
                </a:highlight>
              </a:rPr>
              <a:t>Intellij IDEA</a:t>
            </a:r>
            <a:r>
              <a:rPr lang="zh-CN" altLang="en-US">
                <a:highlight>
                  <a:srgbClr val="FFFF00"/>
                </a:highlight>
              </a:rPr>
              <a:t>：目前流行的智能</a:t>
            </a:r>
            <a:r>
              <a:rPr lang="en-US" altLang="zh-CN">
                <a:highlight>
                  <a:srgbClr val="FFFF00"/>
                </a:highlight>
              </a:rPr>
              <a:t>Java</a:t>
            </a:r>
            <a:r>
              <a:rPr lang="zh-CN" altLang="en-US">
                <a:highlight>
                  <a:srgbClr val="FFFF00"/>
                </a:highlight>
              </a:rPr>
              <a:t>开发工具，支持</a:t>
            </a:r>
            <a:r>
              <a:rPr lang="en-US" altLang="zh-CN">
                <a:highlight>
                  <a:srgbClr val="FFFF00"/>
                </a:highlight>
              </a:rPr>
              <a:t>Spring</a:t>
            </a:r>
            <a:r>
              <a:rPr lang="zh-CN" altLang="en-US">
                <a:highlight>
                  <a:srgbClr val="FFFF00"/>
                </a:highlight>
              </a:rPr>
              <a:t>、</a:t>
            </a:r>
            <a:r>
              <a:rPr lang="en-US" altLang="zh-CN">
                <a:highlight>
                  <a:srgbClr val="FFFF00"/>
                </a:highlight>
              </a:rPr>
              <a:t>Hibernate</a:t>
            </a:r>
            <a:r>
              <a:rPr lang="zh-CN" altLang="en-US">
                <a:highlight>
                  <a:srgbClr val="FFFF00"/>
                </a:highlight>
              </a:rPr>
              <a:t>等；</a:t>
            </a:r>
            <a:endParaRPr lang="en-US" altLang="zh-CN">
              <a:highlight>
                <a:srgbClr val="FFFF00"/>
              </a:highlight>
            </a:endParaRPr>
          </a:p>
          <a:p>
            <a:pPr lvl="0"/>
            <a:r>
              <a:rPr lang="en-US" altLang="zh-CN"/>
              <a:t>Python </a:t>
            </a:r>
            <a:r>
              <a:rPr lang="zh-CN" altLang="en-US"/>
              <a:t>相关</a:t>
            </a:r>
          </a:p>
          <a:p>
            <a:pPr lvl="1"/>
            <a:r>
              <a:rPr lang="zh-CN" altLang="en-US">
                <a:highlight>
                  <a:srgbClr val="FFFF00"/>
                </a:highlight>
              </a:rPr>
              <a:t>PyCharm：支持多种</a:t>
            </a:r>
            <a:r>
              <a:rPr lang="en-US" altLang="zh-CN">
                <a:highlight>
                  <a:srgbClr val="FFFF00"/>
                </a:highlight>
              </a:rPr>
              <a:t>Python </a:t>
            </a:r>
            <a:r>
              <a:rPr lang="zh-CN" altLang="en-US">
                <a:highlight>
                  <a:srgbClr val="FFFF00"/>
                </a:highlight>
              </a:rPr>
              <a:t>框架：</a:t>
            </a:r>
            <a:r>
              <a:rPr lang="en-US" altLang="zh-CN">
                <a:highlight>
                  <a:srgbClr val="FFFF00"/>
                </a:highlight>
              </a:rPr>
              <a:t>Django/Flask</a:t>
            </a:r>
            <a:r>
              <a:rPr lang="zh-CN" altLang="en-US">
                <a:highlight>
                  <a:srgbClr val="FFFF00"/>
                </a:highlight>
              </a:rPr>
              <a:t>，自动识别项目中的组件；</a:t>
            </a:r>
          </a:p>
          <a:p>
            <a:pPr lvl="1"/>
            <a:r>
              <a:rPr lang="en-US" altLang="zh-CN"/>
              <a:t>IPython</a:t>
            </a:r>
          </a:p>
          <a:p>
            <a:pPr lvl="0"/>
            <a:r>
              <a:rPr lang="en-US" altLang="zh-CN">
                <a:highlight>
                  <a:srgbClr val="FFFF00"/>
                </a:highlight>
              </a:rPr>
              <a:t>VS code</a:t>
            </a:r>
            <a:r>
              <a:rPr lang="zh-CN" altLang="en-US">
                <a:highlight>
                  <a:srgbClr val="FFFF00"/>
                </a:highlight>
              </a:rPr>
              <a:t>：支持跨平台的前后端开发的</a:t>
            </a:r>
            <a:r>
              <a:rPr lang="en-US" altLang="zh-CN">
                <a:highlight>
                  <a:srgbClr val="FFFF00"/>
                </a:highlight>
              </a:rPr>
              <a:t> IDE </a:t>
            </a:r>
          </a:p>
          <a:p>
            <a:pPr lvl="1"/>
            <a:r>
              <a:rPr lang="en-US" altLang="zh-CN"/>
              <a:t>Java</a:t>
            </a:r>
          </a:p>
          <a:p>
            <a:pPr lvl="1"/>
            <a:r>
              <a:rPr lang="en-US" altLang="zh-CN"/>
              <a:t>Python</a:t>
            </a:r>
          </a:p>
          <a:p>
            <a:pPr lvl="1"/>
            <a:r>
              <a:rPr lang="en-US" altLang="zh-CN"/>
              <a:t>JavaScript</a:t>
            </a:r>
          </a:p>
          <a:p>
            <a:pPr lvl="1"/>
            <a:r>
              <a:rPr lang="en-US" altLang="zh-CN"/>
              <a:t>Node.js</a:t>
            </a:r>
          </a:p>
          <a:p>
            <a:pPr lvl="1"/>
            <a:r>
              <a:rPr lang="en-US" altLang="zh-CN"/>
              <a:t>......</a:t>
            </a:r>
          </a:p>
        </p:txBody>
      </p:sp>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r>
              <a:rPr lang="en-US" altLang="zh-CN" dirty="0"/>
              <a:t>©2015-2020 Data Science &amp; Service 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13</a:t>
            </a:fld>
            <a:endParaRPr lang="zh-CN" altLang="en-US" dirty="0"/>
          </a:p>
        </p:txBody>
      </p:sp>
    </p:spTree>
  </p:cSld>
  <p:clrMapOvr>
    <a:masterClrMapping/>
  </p:clrMapOvr>
  <p:transition>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23570" y="1917065"/>
            <a:ext cx="6912610" cy="1943735"/>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sp>
        <p:nvSpPr>
          <p:cNvPr id="9219" name="Rectangle 2"/>
          <p:cNvSpPr>
            <a:spLocks noGrp="1" noChangeArrowheads="1"/>
          </p:cNvSpPr>
          <p:nvPr>
            <p:ph type="title"/>
          </p:nvPr>
        </p:nvSpPr>
        <p:spPr/>
        <p:txBody>
          <a:bodyPr/>
          <a:lstStyle/>
          <a:p>
            <a:r>
              <a:rPr lang="zh-CN" altLang="en-US" dirty="0"/>
              <a:t>（基于</a:t>
            </a:r>
            <a:r>
              <a:rPr lang="en-US" altLang="zh-CN" dirty="0"/>
              <a:t>BS</a:t>
            </a:r>
            <a:r>
              <a:rPr lang="zh-CN" altLang="en-US" dirty="0"/>
              <a:t>结构）软件的层次化结构</a:t>
            </a:r>
          </a:p>
        </p:txBody>
      </p:sp>
      <p:sp>
        <p:nvSpPr>
          <p:cNvPr id="9220" name="Rectangle 3"/>
          <p:cNvSpPr>
            <a:spLocks noGrp="1" noChangeArrowheads="1"/>
          </p:cNvSpPr>
          <p:nvPr>
            <p:ph idx="1"/>
          </p:nvPr>
        </p:nvSpPr>
        <p:spPr>
          <a:xfrm>
            <a:off x="335361" y="1052736"/>
            <a:ext cx="7272807" cy="5124227"/>
          </a:xfrm>
        </p:spPr>
        <p:txBody>
          <a:bodyPr/>
          <a:lstStyle/>
          <a:p>
            <a:r>
              <a:rPr lang="zh-CN" altLang="en-US" dirty="0"/>
              <a:t>层次化的设计模型是面向对象方法基于软件体系结构风格的一种方案选择。</a:t>
            </a:r>
            <a:endParaRPr lang="en-US" altLang="zh-CN" dirty="0"/>
          </a:p>
          <a:p>
            <a:pPr lvl="1"/>
            <a:r>
              <a:rPr lang="zh-CN" altLang="en-US" sz="2000" dirty="0"/>
              <a:t>用户界面层</a:t>
            </a:r>
            <a:r>
              <a:rPr lang="zh-CN" altLang="en-US" sz="2000" dirty="0">
                <a:sym typeface="Wingdings" panose="05000000000000000000" pitchFamily="2" charset="2"/>
              </a:rPr>
              <a:t>：（用例）系统功能</a:t>
            </a:r>
            <a:r>
              <a:rPr lang="zh-CN" altLang="en-US" sz="2000" dirty="0"/>
              <a:t>的各种界面表现形式。</a:t>
            </a:r>
          </a:p>
          <a:p>
            <a:pPr lvl="1"/>
            <a:r>
              <a:rPr lang="zh-CN" altLang="en-US" sz="2000" dirty="0"/>
              <a:t>控制器层：用于协调、控制其他类共同完成用例规定的功能或行为。 </a:t>
            </a:r>
            <a:endParaRPr lang="en-US" altLang="zh-CN" sz="2000" dirty="0"/>
          </a:p>
          <a:p>
            <a:pPr lvl="1"/>
            <a:r>
              <a:rPr lang="zh-CN" altLang="en-US" sz="2000" dirty="0"/>
              <a:t>业务</a:t>
            </a:r>
            <a:r>
              <a:rPr lang="en-US" altLang="zh-CN" sz="2000" dirty="0"/>
              <a:t>/</a:t>
            </a:r>
            <a:r>
              <a:rPr lang="zh-CN" altLang="en-US" sz="2000" dirty="0"/>
              <a:t>应用层：实现用例要求的各种系统级功能；</a:t>
            </a:r>
          </a:p>
          <a:p>
            <a:pPr lvl="1"/>
            <a:r>
              <a:rPr lang="zh-CN" altLang="en-US" sz="2000" dirty="0"/>
              <a:t>持久化层：用于保存需要持久化存储的数据对象；</a:t>
            </a:r>
          </a:p>
          <a:p>
            <a:pPr lvl="1"/>
            <a:r>
              <a:rPr lang="zh-CN" altLang="en-US" dirty="0"/>
              <a:t>系统管理模块：</a:t>
            </a:r>
            <a:r>
              <a:rPr lang="zh-CN" altLang="en-US" sz="2000" dirty="0"/>
              <a:t>为应用提供操作系统相关的功能，通过把特定于操作系统的特性包装起来，使软件与操作系统分离，增加应用的可移植性。 </a:t>
            </a:r>
          </a:p>
        </p:txBody>
      </p:sp>
      <p:sp>
        <p:nvSpPr>
          <p:cNvPr id="7" name="日期占位符 6"/>
          <p:cNvSpPr>
            <a:spLocks noGrp="1"/>
          </p:cNvSpPr>
          <p:nvPr>
            <p:ph type="dt" sz="half" idx="10"/>
          </p:nvPr>
        </p:nvSpPr>
        <p:spPr/>
        <p:txBody>
          <a:bodyPr/>
          <a:lstStyle/>
          <a:p>
            <a:fld id="{5AAECB07-4FBC-430F-81E9-CAC7EF70339A}"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14</a:t>
            </a:fld>
            <a:endParaRPr lang="zh-CN" altLang="en-US" dirty="0"/>
          </a:p>
        </p:txBody>
      </p:sp>
      <p:sp>
        <p:nvSpPr>
          <p:cNvPr id="10" name="Rectangle 9"/>
          <p:cNvSpPr>
            <a:spLocks noChangeArrowheads="1"/>
          </p:cNvSpPr>
          <p:nvPr/>
        </p:nvSpPr>
        <p:spPr bwMode="auto">
          <a:xfrm>
            <a:off x="8472264" y="19168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2" name="图片 11"/>
          <p:cNvPicPr>
            <a:picLocks noChangeAspect="1"/>
          </p:cNvPicPr>
          <p:nvPr/>
        </p:nvPicPr>
        <p:blipFill>
          <a:blip r:embed="rId2"/>
          <a:stretch>
            <a:fillRect/>
          </a:stretch>
        </p:blipFill>
        <p:spPr>
          <a:xfrm>
            <a:off x="7608168" y="825720"/>
            <a:ext cx="4191000" cy="5076825"/>
          </a:xfrm>
          <a:prstGeom prst="rect">
            <a:avLst/>
          </a:prstGeom>
        </p:spPr>
      </p:pic>
    </p:spTree>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r>
              <a:rPr lang="zh-CN" altLang="en-US" dirty="0"/>
              <a:t>控制器层对象设计原则</a:t>
            </a:r>
          </a:p>
        </p:txBody>
      </p:sp>
      <p:sp>
        <p:nvSpPr>
          <p:cNvPr id="13316" name="Rectangle 3"/>
          <p:cNvSpPr>
            <a:spLocks noGrp="1" noChangeArrowheads="1"/>
          </p:cNvSpPr>
          <p:nvPr>
            <p:ph idx="1"/>
          </p:nvPr>
        </p:nvSpPr>
        <p:spPr/>
        <p:txBody>
          <a:bodyPr>
            <a:normAutofit lnSpcReduction="10000"/>
          </a:bodyPr>
          <a:lstStyle/>
          <a:p>
            <a:r>
              <a:rPr lang="zh-CN" altLang="en-US" dirty="0">
                <a:solidFill>
                  <a:srgbClr val="FF0000"/>
                </a:solidFill>
              </a:rPr>
              <a:t>问题来源：</a:t>
            </a:r>
            <a:r>
              <a:rPr lang="en-US" altLang="zh-CN" dirty="0">
                <a:solidFill>
                  <a:srgbClr val="FF0000"/>
                </a:solidFill>
              </a:rPr>
              <a:t>SSD</a:t>
            </a:r>
            <a:r>
              <a:rPr lang="zh-CN" altLang="en-US" dirty="0">
                <a:solidFill>
                  <a:srgbClr val="FF0000"/>
                </a:solidFill>
              </a:rPr>
              <a:t>中的系统事件应由哪个或哪些软件对象负责接收和处理？（界面层的请求发给哪个或哪些软件对象？）</a:t>
            </a:r>
            <a:endParaRPr lang="en-US" altLang="zh-CN" dirty="0">
              <a:solidFill>
                <a:srgbClr val="FF0000"/>
              </a:solidFill>
            </a:endParaRPr>
          </a:p>
          <a:p>
            <a:r>
              <a:rPr lang="zh-CN" altLang="en-US" dirty="0"/>
              <a:t>参考答案：</a:t>
            </a:r>
            <a:endParaRPr lang="en-US" altLang="zh-CN" dirty="0"/>
          </a:p>
          <a:p>
            <a:pPr lvl="1"/>
            <a:r>
              <a:rPr lang="zh-CN" altLang="en-US" dirty="0"/>
              <a:t>方案一：无控制器层，请求直接发给对应的应用逻辑层的对象进行逻辑处理；</a:t>
            </a:r>
            <a:endParaRPr lang="en-US" altLang="zh-CN" dirty="0"/>
          </a:p>
          <a:p>
            <a:pPr lvl="1"/>
            <a:r>
              <a:rPr lang="zh-CN" altLang="en-US" dirty="0"/>
              <a:t>方案二：请求被某一个</a:t>
            </a:r>
            <a:r>
              <a:rPr lang="en-US" altLang="zh-CN" dirty="0"/>
              <a:t>“</a:t>
            </a:r>
            <a:r>
              <a:rPr lang="zh-CN" altLang="en-US" dirty="0"/>
              <a:t>专职</a:t>
            </a:r>
            <a:r>
              <a:rPr lang="en-US" altLang="zh-CN" dirty="0"/>
              <a:t>”</a:t>
            </a:r>
            <a:r>
              <a:rPr lang="zh-CN" altLang="en-US" dirty="0"/>
              <a:t>对象接收（检查请求的有效性，非法请求直接回绝或者丢弃）并转发给应用逻辑层对象进行逻辑处理；</a:t>
            </a:r>
            <a:endParaRPr lang="en-US" altLang="zh-CN" dirty="0"/>
          </a:p>
          <a:p>
            <a:r>
              <a:rPr lang="zh-CN" altLang="en-US" dirty="0"/>
              <a:t>方案二的对象称为控制器类，不同用例的系统事件可以对应不同的控制器类。这一类对象对应的层次称为控制器层。</a:t>
            </a:r>
          </a:p>
          <a:p>
            <a:r>
              <a:rPr lang="zh-CN" altLang="en-US" dirty="0"/>
              <a:t>实例举例，考虑他们的职责，如果没有这些岗位服务对象是否会混乱？</a:t>
            </a:r>
          </a:p>
          <a:p>
            <a:pPr lvl="1"/>
            <a:r>
              <a:rPr lang="zh-CN" altLang="en-US" dirty="0"/>
              <a:t>学校大门的门卫；</a:t>
            </a:r>
          </a:p>
          <a:p>
            <a:pPr lvl="1"/>
            <a:r>
              <a:rPr lang="zh-CN" altLang="en-US" dirty="0"/>
              <a:t>各公司的前台；</a:t>
            </a:r>
          </a:p>
          <a:p>
            <a:pPr lvl="1"/>
            <a:r>
              <a:rPr lang="zh-CN" altLang="en-US" dirty="0"/>
              <a:t>医院科室的分诊台；</a:t>
            </a:r>
          </a:p>
        </p:txBody>
      </p:sp>
      <p:sp>
        <p:nvSpPr>
          <p:cNvPr id="7" name="日期占位符 6"/>
          <p:cNvSpPr>
            <a:spLocks noGrp="1"/>
          </p:cNvSpPr>
          <p:nvPr>
            <p:ph type="dt" sz="half" idx="10"/>
          </p:nvPr>
        </p:nvSpPr>
        <p:spPr/>
        <p:txBody>
          <a:bodyPr/>
          <a:lstStyle/>
          <a:p>
            <a:fld id="{FC2E36AC-71C0-458C-A3F5-1FAAD93F424D}"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15</a:t>
            </a:fld>
            <a:endParaRPr lang="zh-CN" altLang="en-US" dirty="0"/>
          </a:p>
        </p:txBody>
      </p:sp>
    </p:spTree>
  </p:cSld>
  <p:clrMapOvr>
    <a:masterClrMapping/>
  </p:clrMapOvr>
  <p:transition>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r>
              <a:rPr lang="zh-CN" altLang="en-US" dirty="0"/>
              <a:t>业务</a:t>
            </a:r>
            <a:r>
              <a:rPr lang="en-US" altLang="zh-CN" dirty="0"/>
              <a:t>/</a:t>
            </a:r>
            <a:r>
              <a:rPr lang="zh-CN" altLang="en-US" dirty="0"/>
              <a:t>应用层对象设计原则</a:t>
            </a:r>
          </a:p>
        </p:txBody>
      </p:sp>
      <p:sp>
        <p:nvSpPr>
          <p:cNvPr id="14340" name="Rectangle 3"/>
          <p:cNvSpPr>
            <a:spLocks noGrp="1" noChangeArrowheads="1"/>
          </p:cNvSpPr>
          <p:nvPr>
            <p:ph idx="1"/>
          </p:nvPr>
        </p:nvSpPr>
        <p:spPr/>
        <p:txBody>
          <a:bodyPr>
            <a:normAutofit lnSpcReduction="10000"/>
          </a:bodyPr>
          <a:lstStyle/>
          <a:p>
            <a:r>
              <a:rPr lang="zh-CN" altLang="en-US" dirty="0">
                <a:solidFill>
                  <a:srgbClr val="FF0000"/>
                </a:solidFill>
              </a:rPr>
              <a:t>问题来源：用例对应的核心功能应由哪些软件对象具体实现？</a:t>
            </a:r>
            <a:endParaRPr lang="en-US" altLang="zh-CN" dirty="0">
              <a:solidFill>
                <a:srgbClr val="FF0000"/>
              </a:solidFill>
            </a:endParaRPr>
          </a:p>
          <a:p>
            <a:r>
              <a:rPr lang="zh-CN" altLang="en-US" dirty="0"/>
              <a:t>参考答案：尽量参考业务环境中业务对象接收到相同请求时是如何提供服务的。</a:t>
            </a:r>
            <a:endParaRPr lang="en-US" altLang="zh-CN" dirty="0"/>
          </a:p>
          <a:p>
            <a:r>
              <a:rPr lang="zh-CN" altLang="en-US" dirty="0">
                <a:solidFill>
                  <a:srgbClr val="FF0000"/>
                </a:solidFill>
              </a:rPr>
              <a:t>问题来源：这些软件对象应位于分层结构中的哪一层？</a:t>
            </a:r>
            <a:endParaRPr lang="en-US" altLang="zh-CN" dirty="0">
              <a:solidFill>
                <a:srgbClr val="FF0000"/>
              </a:solidFill>
            </a:endParaRPr>
          </a:p>
          <a:p>
            <a:r>
              <a:rPr lang="zh-CN" altLang="en-US" dirty="0"/>
              <a:t>参考答案：这些软件对象代表具体的业务功能需求，应位于业务逻辑层。</a:t>
            </a:r>
            <a:endParaRPr lang="en-US" altLang="zh-CN" dirty="0"/>
          </a:p>
          <a:p>
            <a:pPr lvl="1"/>
            <a:r>
              <a:rPr lang="zh-CN" altLang="en-US" dirty="0"/>
              <a:t>在面向对象分析阶段，已经了解了</a:t>
            </a:r>
            <a:r>
              <a:rPr lang="zh-CN" altLang="en-US" dirty="0">
                <a:solidFill>
                  <a:srgbClr val="FF0000"/>
                </a:solidFill>
              </a:rPr>
              <a:t>业务对象</a:t>
            </a:r>
            <a:r>
              <a:rPr lang="zh-CN" altLang="en-US" dirty="0"/>
              <a:t>是如何提供服务的（业务规则不会由于软件系统的引入而发生改变），为此在面向对象设计阶段，</a:t>
            </a:r>
            <a:r>
              <a:rPr lang="zh-CN" altLang="en-US" dirty="0">
                <a:solidFill>
                  <a:srgbClr val="FF0000"/>
                </a:solidFill>
              </a:rPr>
              <a:t>将会参考这些业务对象并将其转变为软件系统中应用逻辑层中的软件对象</a:t>
            </a:r>
            <a:r>
              <a:rPr lang="zh-CN" altLang="en-US" dirty="0"/>
              <a:t>；为了增加可扩展性和可维护性可进行必要的修改和调整，最终使之成为设计模型中业务</a:t>
            </a:r>
            <a:r>
              <a:rPr lang="en-US" altLang="zh-CN" dirty="0"/>
              <a:t>/</a:t>
            </a:r>
            <a:r>
              <a:rPr lang="zh-CN" altLang="en-US" dirty="0"/>
              <a:t>领域层中的</a:t>
            </a:r>
            <a:r>
              <a:rPr lang="zh-CN" altLang="en-US" dirty="0">
                <a:solidFill>
                  <a:srgbClr val="FF0000"/>
                </a:solidFill>
              </a:rPr>
              <a:t>软件类</a:t>
            </a:r>
            <a:r>
              <a:rPr lang="zh-CN" altLang="en-US" dirty="0"/>
              <a:t>。</a:t>
            </a:r>
          </a:p>
          <a:p>
            <a:pPr lvl="1"/>
            <a:r>
              <a:rPr lang="zh-CN" altLang="en-US" dirty="0"/>
              <a:t>以上内容和方法符合</a:t>
            </a:r>
            <a:r>
              <a:rPr lang="en-US" altLang="zh-CN" dirty="0"/>
              <a:t>OOA</a:t>
            </a:r>
            <a:r>
              <a:rPr lang="zh-CN" altLang="en-US" dirty="0"/>
              <a:t>和</a:t>
            </a:r>
            <a:r>
              <a:rPr lang="en-US" altLang="zh-CN" dirty="0"/>
              <a:t>OOD</a:t>
            </a:r>
            <a:r>
              <a:rPr lang="zh-CN" altLang="en-US" dirty="0"/>
              <a:t>的原则。 </a:t>
            </a:r>
          </a:p>
          <a:p>
            <a:pPr lvl="0"/>
            <a:r>
              <a:rPr lang="zh-CN" altLang="en-US" dirty="0"/>
              <a:t>请考虑课程作业</a:t>
            </a:r>
          </a:p>
          <a:p>
            <a:pPr lvl="1"/>
            <a:r>
              <a:rPr lang="zh-CN" altLang="en-US" dirty="0"/>
              <a:t>有多少种业务？</a:t>
            </a:r>
          </a:p>
          <a:p>
            <a:pPr lvl="1"/>
            <a:r>
              <a:rPr lang="zh-CN" altLang="en-US" dirty="0"/>
              <a:t>每种业务有多少业务对象？</a:t>
            </a:r>
          </a:p>
        </p:txBody>
      </p:sp>
      <p:sp>
        <p:nvSpPr>
          <p:cNvPr id="7" name="日期占位符 6"/>
          <p:cNvSpPr>
            <a:spLocks noGrp="1"/>
          </p:cNvSpPr>
          <p:nvPr>
            <p:ph type="dt" sz="half" idx="10"/>
          </p:nvPr>
        </p:nvSpPr>
        <p:spPr/>
        <p:txBody>
          <a:bodyPr/>
          <a:lstStyle/>
          <a:p>
            <a:fld id="{0CEB4FBB-4883-4EB3-9F1D-F7D2C384AEBD}"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16</a:t>
            </a:fld>
            <a:endParaRPr lang="zh-CN" altLang="en-US" dirty="0"/>
          </a:p>
        </p:txBody>
      </p:sp>
    </p:spTree>
  </p:cSld>
  <p:clrMapOvr>
    <a:masterClrMapping/>
  </p:clrMapOvr>
  <p:transition>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1019173" y="188717"/>
            <a:ext cx="10909472" cy="645258"/>
          </a:xfrm>
        </p:spPr>
        <p:txBody>
          <a:bodyPr/>
          <a:lstStyle/>
          <a:p>
            <a:r>
              <a:rPr lang="zh-CN" altLang="en-US" dirty="0"/>
              <a:t>持久化层对象设计原则</a:t>
            </a:r>
          </a:p>
        </p:txBody>
      </p:sp>
      <p:sp>
        <p:nvSpPr>
          <p:cNvPr id="15364" name="Rectangle 3"/>
          <p:cNvSpPr>
            <a:spLocks noGrp="1" noChangeArrowheads="1"/>
          </p:cNvSpPr>
          <p:nvPr>
            <p:ph idx="1"/>
          </p:nvPr>
        </p:nvSpPr>
        <p:spPr/>
        <p:txBody>
          <a:bodyPr/>
          <a:lstStyle/>
          <a:p>
            <a:r>
              <a:rPr lang="zh-CN" altLang="en-US" dirty="0">
                <a:solidFill>
                  <a:srgbClr val="FF0000"/>
                </a:solidFill>
              </a:rPr>
              <a:t>问题来源：需要持久保存的业务数据存放在哪里？</a:t>
            </a:r>
            <a:endParaRPr lang="en-US" altLang="zh-CN" dirty="0">
              <a:solidFill>
                <a:srgbClr val="FF0000"/>
              </a:solidFill>
            </a:endParaRPr>
          </a:p>
          <a:p>
            <a:r>
              <a:rPr lang="zh-CN" altLang="en-US" dirty="0"/>
              <a:t>参考答案：该软件对象的职责就是管理（增删改查）经过业务逻辑对象处理后的需要持久保存的数据，又能与业务逻辑的功能相分离保持其独立性，又能与数据库保持同步，这些对象称为持久化对象。</a:t>
            </a:r>
            <a:endParaRPr lang="en-US" altLang="zh-CN" dirty="0"/>
          </a:p>
          <a:p>
            <a:r>
              <a:rPr lang="zh-CN" altLang="en-US" dirty="0"/>
              <a:t>对象持久化：将对象状态永久保存到物理存储介质中。</a:t>
            </a:r>
          </a:p>
          <a:p>
            <a:r>
              <a:rPr lang="zh-CN" altLang="en-US" dirty="0"/>
              <a:t>请考虑课程作业</a:t>
            </a:r>
          </a:p>
          <a:p>
            <a:pPr lvl="1"/>
            <a:r>
              <a:rPr lang="zh-CN" altLang="en-US" dirty="0"/>
              <a:t>有几种需要持久化保存的数据对象？</a:t>
            </a:r>
          </a:p>
          <a:p>
            <a:pPr lvl="1"/>
            <a:r>
              <a:rPr lang="zh-CN" altLang="en-US" dirty="0"/>
              <a:t>如果该酒店需要扩展餐饮服务的话，需要添加多少数据对象？</a:t>
            </a:r>
          </a:p>
        </p:txBody>
      </p:sp>
      <p:sp>
        <p:nvSpPr>
          <p:cNvPr id="7" name="日期占位符 6"/>
          <p:cNvSpPr>
            <a:spLocks noGrp="1"/>
          </p:cNvSpPr>
          <p:nvPr>
            <p:ph type="dt" sz="half" idx="10"/>
          </p:nvPr>
        </p:nvSpPr>
        <p:spPr/>
        <p:txBody>
          <a:bodyPr/>
          <a:lstStyle/>
          <a:p>
            <a:fld id="{E8F60456-5592-4491-950B-3D0276FC2747}"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17</a:t>
            </a:fld>
            <a:endParaRPr lang="zh-CN" altLang="en-US" dirty="0"/>
          </a:p>
        </p:txBody>
      </p:sp>
    </p:spTree>
  </p:cSld>
  <p:clrMapOvr>
    <a:masterClrMapping/>
  </p:clrMapOvr>
  <p:transition>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r>
              <a:rPr lang="zh-CN" altLang="en-US"/>
              <a:t>为何引入持久化类</a:t>
            </a:r>
          </a:p>
        </p:txBody>
      </p:sp>
      <p:sp>
        <p:nvSpPr>
          <p:cNvPr id="16388" name="Rectangle 3"/>
          <p:cNvSpPr>
            <a:spLocks noGrp="1" noChangeArrowheads="1"/>
          </p:cNvSpPr>
          <p:nvPr>
            <p:ph idx="1"/>
          </p:nvPr>
        </p:nvSpPr>
        <p:spPr/>
        <p:txBody>
          <a:bodyPr/>
          <a:lstStyle/>
          <a:p>
            <a:pPr>
              <a:lnSpc>
                <a:spcPct val="80000"/>
              </a:lnSpc>
            </a:pPr>
            <a:r>
              <a:rPr lang="zh-CN" altLang="en-US" sz="2400" dirty="0"/>
              <a:t>引入持久层的目的在于当数据存储机制或策略发生变化的时候，能减少维护工作。</a:t>
            </a:r>
          </a:p>
          <a:p>
            <a:pPr>
              <a:lnSpc>
                <a:spcPct val="80000"/>
              </a:lnSpc>
            </a:pPr>
            <a:r>
              <a:rPr lang="zh-CN" altLang="en-US" sz="2400" dirty="0"/>
              <a:t>目前大部分系统都是采用数据库作为存储介质。但数据库肯定会改变，包括：</a:t>
            </a:r>
          </a:p>
          <a:p>
            <a:pPr lvl="1">
              <a:lnSpc>
                <a:spcPct val="80000"/>
              </a:lnSpc>
            </a:pPr>
            <a:r>
              <a:rPr lang="zh-CN" altLang="en-US" sz="2000" dirty="0"/>
              <a:t>数据库升级</a:t>
            </a:r>
          </a:p>
          <a:p>
            <a:pPr lvl="1">
              <a:lnSpc>
                <a:spcPct val="80000"/>
              </a:lnSpc>
            </a:pPr>
            <a:r>
              <a:rPr lang="zh-CN" altLang="en-US" sz="2000" dirty="0"/>
              <a:t>从一种数据库移动到另一种数据库</a:t>
            </a:r>
          </a:p>
          <a:p>
            <a:pPr lvl="1">
              <a:lnSpc>
                <a:spcPct val="80000"/>
              </a:lnSpc>
            </a:pPr>
            <a:r>
              <a:rPr lang="zh-CN" altLang="en-US" sz="2000" dirty="0"/>
              <a:t>数据模式变化，如增加字段、修改字段名称、改变字段类型等</a:t>
            </a:r>
          </a:p>
          <a:p>
            <a:r>
              <a:rPr lang="zh-CN" altLang="en-US" sz="2400" dirty="0">
                <a:solidFill>
                  <a:srgbClr val="FF0000"/>
                </a:solidFill>
              </a:rPr>
              <a:t>持久层将对数据库的操作类封装起来，提供专门数据管理功能，向业务</a:t>
            </a:r>
            <a:r>
              <a:rPr lang="en-US" altLang="zh-CN" sz="2400" dirty="0">
                <a:solidFill>
                  <a:srgbClr val="FF0000"/>
                </a:solidFill>
              </a:rPr>
              <a:t>/</a:t>
            </a:r>
            <a:r>
              <a:rPr lang="zh-CN" altLang="en-US" sz="2400" dirty="0">
                <a:solidFill>
                  <a:srgbClr val="FF0000"/>
                </a:solidFill>
              </a:rPr>
              <a:t>领域对象提供持久化服务，从而使数据库变化对业务领域的影响的范围局部化。 </a:t>
            </a:r>
          </a:p>
          <a:p>
            <a:r>
              <a:rPr lang="zh-CN" altLang="en-US" sz="2400" dirty="0"/>
              <a:t>无论持久存储策略如何变化，业务</a:t>
            </a:r>
            <a:r>
              <a:rPr lang="en-US" altLang="zh-CN" sz="2400" dirty="0"/>
              <a:t>/</a:t>
            </a:r>
            <a:r>
              <a:rPr lang="zh-CN" altLang="en-US" sz="2400" dirty="0"/>
              <a:t>领域类都不会受影响，从而增加了应用程序的可维护性、可扩展性和可移植性。</a:t>
            </a:r>
          </a:p>
        </p:txBody>
      </p:sp>
      <p:sp>
        <p:nvSpPr>
          <p:cNvPr id="7" name="日期占位符 6"/>
          <p:cNvSpPr>
            <a:spLocks noGrp="1"/>
          </p:cNvSpPr>
          <p:nvPr>
            <p:ph type="dt" sz="half" idx="10"/>
          </p:nvPr>
        </p:nvSpPr>
        <p:spPr/>
        <p:txBody>
          <a:bodyPr/>
          <a:lstStyle/>
          <a:p>
            <a:fld id="{AC9B620F-F151-4F22-BB31-9AD2259BE5EE}"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18</a:t>
            </a:fld>
            <a:endParaRPr lang="zh-CN" altLang="en-US" dirty="0"/>
          </a:p>
        </p:txBody>
      </p:sp>
    </p:spTree>
  </p:cSld>
  <p:clrMapOvr>
    <a:masterClrMapping/>
  </p:clrMapOvr>
  <p:transition>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zh-CN" altLang="en-US" dirty="0"/>
              <a:t>系统层</a:t>
            </a:r>
          </a:p>
        </p:txBody>
      </p:sp>
      <p:sp>
        <p:nvSpPr>
          <p:cNvPr id="17412" name="Rectangle 3"/>
          <p:cNvSpPr>
            <a:spLocks noGrp="1" noChangeArrowheads="1"/>
          </p:cNvSpPr>
          <p:nvPr>
            <p:ph idx="1"/>
          </p:nvPr>
        </p:nvSpPr>
        <p:spPr/>
        <p:txBody>
          <a:bodyPr/>
          <a:lstStyle/>
          <a:p>
            <a:r>
              <a:rPr lang="zh-CN" altLang="en-US" dirty="0"/>
              <a:t>系统层提供对操作系统和非面向对象资源的访问。 </a:t>
            </a:r>
          </a:p>
          <a:p>
            <a:r>
              <a:rPr lang="zh-CN" altLang="en-US" dirty="0"/>
              <a:t>系统类将操作系统提供的系统调用封装起来，生成系统访问类，例如</a:t>
            </a:r>
            <a:r>
              <a:rPr lang="en-US" altLang="zh-CN" dirty="0"/>
              <a:t>Java</a:t>
            </a:r>
            <a:r>
              <a:rPr lang="zh-CN" altLang="en-US" dirty="0"/>
              <a:t>语言中的文件流类库。上层业务逻辑直接访问系统类。而不直接访问系统调用。</a:t>
            </a:r>
          </a:p>
          <a:p>
            <a:r>
              <a:rPr lang="zh-CN" altLang="en-US" dirty="0"/>
              <a:t>这样当程序需要在不同操作系统平台上进行移植时，只需要修改少数系统类就可以。</a:t>
            </a:r>
          </a:p>
          <a:p>
            <a:endParaRPr lang="zh-CN" altLang="en-US" dirty="0"/>
          </a:p>
          <a:p>
            <a:r>
              <a:rPr lang="zh-CN" altLang="en-US" dirty="0"/>
              <a:t>一般来说系统层的设计主要面向非业务环境的功能和操作，最大限度提升系统功能的可扩展性和可维护性。</a:t>
            </a:r>
          </a:p>
        </p:txBody>
      </p:sp>
      <p:sp>
        <p:nvSpPr>
          <p:cNvPr id="7" name="日期占位符 6"/>
          <p:cNvSpPr>
            <a:spLocks noGrp="1"/>
          </p:cNvSpPr>
          <p:nvPr>
            <p:ph type="dt" sz="half" idx="10"/>
          </p:nvPr>
        </p:nvSpPr>
        <p:spPr/>
        <p:txBody>
          <a:bodyPr/>
          <a:lstStyle/>
          <a:p>
            <a:fld id="{95F0D01A-71BC-4233-836E-38C47E6421CF}"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19</a:t>
            </a:fld>
            <a:endParaRPr lang="zh-CN" altLang="en-US" dirty="0"/>
          </a:p>
        </p:txBody>
      </p:sp>
    </p:spTree>
  </p:cSld>
  <p:clrMapOvr>
    <a:masterClrMapping/>
  </p:clrMapOvr>
  <p:transition>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zh-CN" altLang="en-US" dirty="0"/>
              <a:t>设计用例实现方案</a:t>
            </a:r>
          </a:p>
        </p:txBody>
      </p:sp>
      <p:sp>
        <p:nvSpPr>
          <p:cNvPr id="34820" name="Rectangle 3"/>
          <p:cNvSpPr>
            <a:spLocks noGrp="1" noChangeArrowheads="1"/>
          </p:cNvSpPr>
          <p:nvPr>
            <p:ph idx="1"/>
          </p:nvPr>
        </p:nvSpPr>
        <p:spPr/>
        <p:txBody>
          <a:bodyPr/>
          <a:lstStyle/>
          <a:p>
            <a:r>
              <a:rPr lang="zh-CN" altLang="en-US" dirty="0"/>
              <a:t>面向对象的设计过程也可称为</a:t>
            </a:r>
            <a:r>
              <a:rPr lang="zh-CN" altLang="en-US" dirty="0">
                <a:solidFill>
                  <a:srgbClr val="FF0000"/>
                </a:solidFill>
              </a:rPr>
              <a:t>用例实现（</a:t>
            </a:r>
            <a:r>
              <a:rPr lang="en-US" altLang="zh-CN" dirty="0">
                <a:solidFill>
                  <a:srgbClr val="FF0000"/>
                </a:solidFill>
              </a:rPr>
              <a:t>Use case realization</a:t>
            </a:r>
            <a:r>
              <a:rPr lang="zh-CN" altLang="en-US" dirty="0">
                <a:solidFill>
                  <a:srgbClr val="FF0000"/>
                </a:solidFill>
              </a:rPr>
              <a:t>）</a:t>
            </a:r>
            <a:r>
              <a:rPr lang="zh-CN" altLang="en-US" dirty="0"/>
              <a:t>的设计</a:t>
            </a:r>
            <a:endParaRPr lang="en-US" altLang="zh-CN" dirty="0"/>
          </a:p>
          <a:p>
            <a:r>
              <a:rPr lang="zh-CN" altLang="en-US" dirty="0"/>
              <a:t>用例实现：在设计模型中描述分层结构中相互协作的软件对象如何实现用例的各个特定场景，包括所有的成功和分支场景。</a:t>
            </a:r>
            <a:endParaRPr lang="en-US" altLang="zh-CN" dirty="0"/>
          </a:p>
          <a:p>
            <a:r>
              <a:rPr lang="zh-CN" altLang="en-US" dirty="0"/>
              <a:t>用例实现的设计方案：根据选择的分层结构，结合需求分析的结果找到各层次对应的软件对象，并给出这些对象的交互场景以实现用例的要求。</a:t>
            </a:r>
            <a:endParaRPr lang="en-US" altLang="zh-CN" dirty="0"/>
          </a:p>
          <a:p>
            <a:pPr lvl="1"/>
            <a:r>
              <a:rPr lang="zh-CN" altLang="en-US" dirty="0">
                <a:solidFill>
                  <a:srgbClr val="FF0000"/>
                </a:solidFill>
              </a:rPr>
              <a:t>使用</a:t>
            </a:r>
            <a:r>
              <a:rPr lang="en-US" altLang="zh-CN" dirty="0">
                <a:solidFill>
                  <a:srgbClr val="FF0000"/>
                </a:solidFill>
              </a:rPr>
              <a:t>UML </a:t>
            </a:r>
            <a:r>
              <a:rPr lang="zh-CN" altLang="en-US" dirty="0">
                <a:solidFill>
                  <a:srgbClr val="FF0000"/>
                </a:solidFill>
              </a:rPr>
              <a:t>的</a:t>
            </a:r>
            <a:r>
              <a:rPr lang="en-US" altLang="zh-CN" dirty="0">
                <a:solidFill>
                  <a:srgbClr val="FF0000"/>
                </a:solidFill>
              </a:rPr>
              <a:t>sequence/collaboration diagram </a:t>
            </a:r>
            <a:r>
              <a:rPr lang="zh-CN" altLang="en-US" dirty="0">
                <a:solidFill>
                  <a:srgbClr val="FF0000"/>
                </a:solidFill>
              </a:rPr>
              <a:t>进行表示。</a:t>
            </a:r>
          </a:p>
          <a:p>
            <a:pPr lvl="1"/>
            <a:r>
              <a:rPr lang="zh-CN" altLang="en-US" dirty="0">
                <a:solidFill>
                  <a:srgbClr val="FF0000"/>
                </a:solidFill>
              </a:rPr>
              <a:t>展示每一个请求是如何获得约定返回结果的过程</a:t>
            </a:r>
            <a:endParaRPr lang="en-US" altLang="zh-CN" dirty="0">
              <a:solidFill>
                <a:srgbClr val="FF0000"/>
              </a:solidFill>
            </a:endParaRPr>
          </a:p>
          <a:p>
            <a:r>
              <a:rPr lang="zh-CN" altLang="en-US" dirty="0"/>
              <a:t>进一步根据找到的软件对象在交互图中的接收和发送的消息，确定软件对象应该具有的软件方法，即功能的分配。</a:t>
            </a:r>
            <a:endParaRPr lang="en-US" altLang="zh-CN" dirty="0"/>
          </a:p>
          <a:p>
            <a:r>
              <a:rPr lang="zh-CN" altLang="en-US" dirty="0"/>
              <a:t>完成从分析模型到设计模型的的转变过程。</a:t>
            </a:r>
          </a:p>
        </p:txBody>
      </p:sp>
      <p:sp>
        <p:nvSpPr>
          <p:cNvPr id="7" name="日期占位符 6"/>
          <p:cNvSpPr>
            <a:spLocks noGrp="1"/>
          </p:cNvSpPr>
          <p:nvPr>
            <p:ph type="dt" sz="half" idx="10"/>
          </p:nvPr>
        </p:nvSpPr>
        <p:spPr/>
        <p:txBody>
          <a:bodyPr/>
          <a:lstStyle/>
          <a:p>
            <a:fld id="{11218BFC-2E39-42E6-B27D-5C4D7BE4B55C}"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20</a:t>
            </a:fld>
            <a:endParaRPr lang="zh-CN" altLang="en-US" dirty="0"/>
          </a:p>
        </p:txBody>
      </p:sp>
    </p:spTree>
  </p:cSld>
  <p:clrMapOvr>
    <a:masterClrMapping/>
  </p:clrMapOvr>
  <p:transition>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r>
              <a:rPr lang="zh-CN" altLang="en-US" dirty="0"/>
              <a:t>类职责分配</a:t>
            </a:r>
            <a:r>
              <a:rPr lang="en-US" altLang="zh-CN" dirty="0"/>
              <a:t>(Grasp)</a:t>
            </a:r>
            <a:r>
              <a:rPr lang="zh-CN" altLang="en-US" dirty="0"/>
              <a:t>模式</a:t>
            </a:r>
          </a:p>
        </p:txBody>
      </p:sp>
      <p:sp>
        <p:nvSpPr>
          <p:cNvPr id="36868" name="Rectangle 3"/>
          <p:cNvSpPr>
            <a:spLocks noGrp="1" noChangeArrowheads="1"/>
          </p:cNvSpPr>
          <p:nvPr>
            <p:ph idx="1"/>
          </p:nvPr>
        </p:nvSpPr>
        <p:spPr>
          <a:xfrm>
            <a:off x="335361" y="980728"/>
            <a:ext cx="11593284" cy="5196235"/>
          </a:xfrm>
        </p:spPr>
        <p:txBody>
          <a:bodyPr>
            <a:normAutofit/>
          </a:bodyPr>
          <a:lstStyle/>
          <a:p>
            <a:r>
              <a:rPr lang="zh-CN" altLang="en-US" dirty="0"/>
              <a:t>设计类的来源有两部分。</a:t>
            </a:r>
          </a:p>
          <a:p>
            <a:pPr lvl="1"/>
            <a:r>
              <a:rPr lang="zh-CN" altLang="en-US" sz="2000" dirty="0"/>
              <a:t>核心逻辑由领域模型中的概念类转换而来</a:t>
            </a:r>
          </a:p>
          <a:p>
            <a:pPr lvl="1"/>
            <a:r>
              <a:rPr lang="zh-CN" altLang="en-US" sz="2000" dirty="0"/>
              <a:t>另一部分则是为实现而新增的一些类，如负责对象持久化的类、负责通信的类。 </a:t>
            </a:r>
          </a:p>
          <a:p>
            <a:r>
              <a:rPr lang="zh-CN" altLang="en-US" dirty="0"/>
              <a:t>核心思想：每一个设计类都有明确的职责</a:t>
            </a:r>
          </a:p>
          <a:p>
            <a:pPr lvl="1"/>
            <a:r>
              <a:rPr lang="zh-CN" altLang="en-US" sz="1800" dirty="0"/>
              <a:t>自己干自己的事：</a:t>
            </a:r>
            <a:endParaRPr lang="en-US" altLang="zh-CN" sz="1800" dirty="0"/>
          </a:p>
          <a:p>
            <a:pPr lvl="2"/>
            <a:r>
              <a:rPr lang="zh-CN" altLang="en-US" sz="1400" dirty="0"/>
              <a:t>对象要了解自己私有的封装数据；</a:t>
            </a:r>
            <a:endParaRPr lang="en-US" altLang="zh-CN" sz="1400" dirty="0"/>
          </a:p>
          <a:p>
            <a:pPr lvl="2"/>
            <a:r>
              <a:rPr lang="zh-CN" altLang="en-US" sz="1400" dirty="0"/>
              <a:t>了解相关联的对象；</a:t>
            </a:r>
            <a:endParaRPr lang="en-US" altLang="zh-CN" sz="1400" dirty="0"/>
          </a:p>
          <a:p>
            <a:pPr lvl="2"/>
            <a:r>
              <a:rPr lang="zh-CN" altLang="en-US" sz="1400" dirty="0"/>
              <a:t>了解能够派生或者计算的事物。</a:t>
            </a:r>
          </a:p>
          <a:p>
            <a:pPr lvl="1"/>
            <a:r>
              <a:rPr lang="zh-CN" altLang="en-US" sz="1800" dirty="0"/>
              <a:t>自己干自己能干的事：</a:t>
            </a:r>
            <a:endParaRPr lang="en-US" altLang="zh-CN" sz="1800" dirty="0"/>
          </a:p>
          <a:p>
            <a:pPr lvl="2"/>
            <a:r>
              <a:rPr lang="zh-CN" altLang="en-US" sz="1400" dirty="0"/>
              <a:t>对象自身要能执行一些行为，如创建一个对象或者进行计算；</a:t>
            </a:r>
            <a:endParaRPr lang="en-US" altLang="zh-CN" sz="1400" dirty="0"/>
          </a:p>
          <a:p>
            <a:pPr lvl="2"/>
            <a:r>
              <a:rPr lang="zh-CN" altLang="en-US" sz="1400" dirty="0"/>
              <a:t>对象要能启动其他对象中的动作；</a:t>
            </a:r>
            <a:endParaRPr lang="en-US" altLang="zh-CN" sz="1400" dirty="0"/>
          </a:p>
          <a:p>
            <a:pPr lvl="2"/>
            <a:r>
              <a:rPr lang="zh-CN" altLang="en-US" sz="1400" dirty="0"/>
              <a:t>对象要能控制或协调其他对象中的活动。</a:t>
            </a:r>
            <a:endParaRPr lang="en-US" altLang="zh-CN" sz="1400" dirty="0"/>
          </a:p>
          <a:p>
            <a:pPr lvl="1"/>
            <a:r>
              <a:rPr lang="zh-CN" altLang="en-US" sz="1800" dirty="0"/>
              <a:t>自己只干自己的事（职责的内聚）</a:t>
            </a:r>
          </a:p>
        </p:txBody>
      </p:sp>
      <p:sp>
        <p:nvSpPr>
          <p:cNvPr id="7" name="日期占位符 6"/>
          <p:cNvSpPr>
            <a:spLocks noGrp="1"/>
          </p:cNvSpPr>
          <p:nvPr>
            <p:ph type="dt" sz="half" idx="10"/>
          </p:nvPr>
        </p:nvSpPr>
        <p:spPr/>
        <p:txBody>
          <a:bodyPr/>
          <a:lstStyle/>
          <a:p>
            <a:fld id="{BB0497DA-F686-4F99-8685-92EE41245720}"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21</a:t>
            </a:fld>
            <a:endParaRPr lang="zh-CN" altLang="en-US" dirty="0"/>
          </a:p>
        </p:txBody>
      </p:sp>
      <p:sp>
        <p:nvSpPr>
          <p:cNvPr id="2" name="文本框 1"/>
          <p:cNvSpPr txBox="1"/>
          <p:nvPr/>
        </p:nvSpPr>
        <p:spPr>
          <a:xfrm>
            <a:off x="8001000" y="2585085"/>
            <a:ext cx="3612515" cy="3415030"/>
          </a:xfrm>
          <a:prstGeom prst="rect">
            <a:avLst/>
          </a:prstGeom>
          <a:solidFill>
            <a:schemeClr val="accent2"/>
          </a:solidFill>
        </p:spPr>
        <p:txBody>
          <a:bodyPr wrap="square" rtlCol="0">
            <a:spAutoFit/>
          </a:bodyPr>
          <a:lstStyle/>
          <a:p>
            <a:pPr marL="457200" indent="-457200">
              <a:buFont typeface="+mj-lt"/>
              <a:buAutoNum type="arabicPeriod"/>
            </a:pPr>
            <a:r>
              <a:rPr lang="zh-CN" altLang="en-US"/>
              <a:t>控制器模式</a:t>
            </a:r>
          </a:p>
          <a:p>
            <a:pPr marL="457200" indent="-457200">
              <a:buFont typeface="+mj-lt"/>
              <a:buAutoNum type="arabicPeriod"/>
            </a:pPr>
            <a:r>
              <a:rPr lang="zh-CN" altLang="en-US"/>
              <a:t>信息专家模式</a:t>
            </a:r>
          </a:p>
          <a:p>
            <a:pPr marL="457200" indent="-457200">
              <a:buFont typeface="+mj-lt"/>
              <a:buAutoNum type="arabicPeriod"/>
            </a:pPr>
            <a:r>
              <a:rPr lang="zh-CN" altLang="en-US"/>
              <a:t>创建者模式</a:t>
            </a:r>
          </a:p>
          <a:p>
            <a:pPr marL="457200" indent="-457200">
              <a:buFont typeface="+mj-lt"/>
              <a:buAutoNum type="arabicPeriod"/>
            </a:pPr>
            <a:r>
              <a:rPr lang="zh-CN" altLang="en-US"/>
              <a:t>低耦合模式</a:t>
            </a:r>
          </a:p>
          <a:p>
            <a:pPr marL="457200" indent="-457200">
              <a:buFont typeface="+mj-lt"/>
              <a:buAutoNum type="arabicPeriod"/>
            </a:pPr>
            <a:r>
              <a:rPr lang="zh-CN" altLang="en-US"/>
              <a:t>高内聚模式</a:t>
            </a:r>
          </a:p>
          <a:p>
            <a:pPr marL="457200" indent="-457200">
              <a:buFont typeface="+mj-lt"/>
              <a:buAutoNum type="arabicPeriod"/>
            </a:pPr>
            <a:r>
              <a:rPr lang="zh-CN" altLang="en-US"/>
              <a:t>多态模式</a:t>
            </a:r>
          </a:p>
          <a:p>
            <a:pPr marL="457200" indent="-457200">
              <a:buFont typeface="+mj-lt"/>
              <a:buAutoNum type="arabicPeriod"/>
            </a:pPr>
            <a:r>
              <a:rPr lang="zh-CN" altLang="en-US"/>
              <a:t>纯虚构模式</a:t>
            </a:r>
          </a:p>
          <a:p>
            <a:pPr marL="457200" indent="-457200">
              <a:buFont typeface="+mj-lt"/>
              <a:buAutoNum type="arabicPeriod"/>
            </a:pPr>
            <a:r>
              <a:rPr lang="zh-CN" altLang="en-US"/>
              <a:t>间接模式</a:t>
            </a:r>
          </a:p>
          <a:p>
            <a:pPr marL="457200" indent="-457200">
              <a:buFont typeface="+mj-lt"/>
              <a:buAutoNum type="arabicPeriod"/>
            </a:pPr>
            <a:r>
              <a:rPr lang="zh-CN" altLang="en-US"/>
              <a:t>受保护变化模式</a:t>
            </a:r>
          </a:p>
        </p:txBody>
      </p:sp>
    </p:spTree>
  </p:cSld>
  <p:clrMapOvr>
    <a:masterClrMapping/>
  </p:clrMapOvr>
  <p:transition>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r>
              <a:rPr lang="zh-CN" altLang="en-US"/>
              <a:t>面向对象的设计模式</a:t>
            </a:r>
          </a:p>
        </p:txBody>
      </p:sp>
      <p:sp>
        <p:nvSpPr>
          <p:cNvPr id="37892" name="Rectangle 3"/>
          <p:cNvSpPr>
            <a:spLocks noGrp="1" noChangeArrowheads="1"/>
          </p:cNvSpPr>
          <p:nvPr>
            <p:ph idx="1"/>
          </p:nvPr>
        </p:nvSpPr>
        <p:spPr/>
        <p:txBody>
          <a:bodyPr>
            <a:normAutofit/>
          </a:bodyPr>
          <a:lstStyle/>
          <a:p>
            <a:r>
              <a:rPr lang="zh-CN" altLang="en-US" dirty="0">
                <a:solidFill>
                  <a:srgbClr val="FF0000"/>
                </a:solidFill>
              </a:rPr>
              <a:t>对象的职责通过调用对象的方法来实现</a:t>
            </a:r>
            <a:r>
              <a:rPr lang="zh-CN" altLang="en-US" dirty="0"/>
              <a:t>。将职责分配给一个对象还是多个对象，是分配给一个方法还是多个方法要受到职责粒度的影响。 </a:t>
            </a:r>
          </a:p>
          <a:p>
            <a:r>
              <a:rPr lang="zh-CN" altLang="en-US" dirty="0">
                <a:solidFill>
                  <a:srgbClr val="FF0000"/>
                </a:solidFill>
              </a:rPr>
              <a:t>面向对象设计最关键的活动是找到合适的对象并正确地给对象分配职责</a:t>
            </a:r>
            <a:r>
              <a:rPr lang="zh-CN" altLang="en-US" dirty="0"/>
              <a:t>。 </a:t>
            </a:r>
          </a:p>
          <a:p>
            <a:r>
              <a:rPr lang="zh-CN" altLang="en-US" dirty="0"/>
              <a:t>模式是面向对象软件的设计经验，是可重用的设计思想，它描述了在特定环境中反复出现的一类设计问题，并提供经过实践检验的解决这类问题的通用模式。</a:t>
            </a:r>
          </a:p>
          <a:p>
            <a:r>
              <a:rPr lang="zh-CN" altLang="en-US" dirty="0">
                <a:solidFill>
                  <a:srgbClr val="FF0000"/>
                </a:solidFill>
              </a:rPr>
              <a:t>模式定义了一组相互协作的类，包括类的职责和类之间的交互方式</a:t>
            </a:r>
            <a:r>
              <a:rPr lang="zh-CN" altLang="en-US" dirty="0"/>
              <a:t>。 </a:t>
            </a:r>
          </a:p>
        </p:txBody>
      </p:sp>
      <p:sp>
        <p:nvSpPr>
          <p:cNvPr id="7" name="日期占位符 6"/>
          <p:cNvSpPr>
            <a:spLocks noGrp="1"/>
          </p:cNvSpPr>
          <p:nvPr>
            <p:ph type="dt" sz="half" idx="10"/>
          </p:nvPr>
        </p:nvSpPr>
        <p:spPr/>
        <p:txBody>
          <a:bodyPr/>
          <a:lstStyle/>
          <a:p>
            <a:fld id="{8BA2402C-68ED-4A7F-ACA9-4A8FB7ECEDDC}"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22</a:t>
            </a:fld>
            <a:endParaRPr lang="zh-CN" altLang="en-US" dirty="0"/>
          </a:p>
        </p:txBody>
      </p:sp>
    </p:spTree>
  </p:cSld>
  <p:clrMapOvr>
    <a:masterClrMapping/>
  </p:clrMapOvr>
  <p:transition>
    <p:pu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r>
              <a:rPr lang="zh-CN" altLang="en-US"/>
              <a:t>模式的组成</a:t>
            </a:r>
          </a:p>
        </p:txBody>
      </p:sp>
      <p:sp>
        <p:nvSpPr>
          <p:cNvPr id="38916" name="Rectangle 3"/>
          <p:cNvSpPr>
            <a:spLocks noGrp="1" noChangeArrowheads="1"/>
          </p:cNvSpPr>
          <p:nvPr>
            <p:ph idx="1"/>
          </p:nvPr>
        </p:nvSpPr>
        <p:spPr/>
        <p:txBody>
          <a:bodyPr/>
          <a:lstStyle/>
          <a:p>
            <a:r>
              <a:rPr lang="zh-CN" altLang="en-US" dirty="0"/>
              <a:t>模式名称：一个助记名，用一两个词描述模式的问题、解决方案和效果；</a:t>
            </a:r>
          </a:p>
          <a:p>
            <a:r>
              <a:rPr lang="zh-CN" altLang="en-US" dirty="0"/>
              <a:t>问题：描述了何时使用模式。或者说模式的使用问题域；</a:t>
            </a:r>
          </a:p>
          <a:p>
            <a:r>
              <a:rPr lang="zh-CN" altLang="en-US" dirty="0"/>
              <a:t>解决方案：描述了设计的组成部分、组成部分之间的相互关系及各自的职责和协作方式；</a:t>
            </a:r>
          </a:p>
          <a:p>
            <a:r>
              <a:rPr lang="zh-CN" altLang="en-US" dirty="0"/>
              <a:t>效果：描述了模式应用的效果和使用模式应权衡的问题。</a:t>
            </a:r>
          </a:p>
          <a:p>
            <a:endParaRPr lang="zh-CN" altLang="en-US" dirty="0"/>
          </a:p>
          <a:p>
            <a:r>
              <a:rPr lang="en-US" altLang="zh-CN" dirty="0"/>
              <a:t>GRASP</a:t>
            </a:r>
            <a:r>
              <a:rPr lang="zh-CN" altLang="en-US" dirty="0"/>
              <a:t>设计模式：主要用于寻找并确定软件对象，从宏观角度解决软件设计问题；</a:t>
            </a:r>
          </a:p>
          <a:p>
            <a:r>
              <a:rPr lang="en-US" altLang="zh-CN" dirty="0"/>
              <a:t>GoF</a:t>
            </a:r>
            <a:r>
              <a:rPr lang="zh-CN" altLang="en-US" dirty="0"/>
              <a:t>设计模式：主要是使用</a:t>
            </a:r>
            <a:r>
              <a:rPr lang="en-US" altLang="zh-CN" dirty="0"/>
              <a:t>Interface</a:t>
            </a:r>
            <a:r>
              <a:rPr lang="zh-CN" altLang="en-US" dirty="0"/>
              <a:t>的特点，增加软件结构的灵活度，降低对象之间的耦合度，解决软件设计中局部紧耦合及扩展性的问题；</a:t>
            </a:r>
          </a:p>
        </p:txBody>
      </p:sp>
      <p:sp>
        <p:nvSpPr>
          <p:cNvPr id="7" name="日期占位符 6"/>
          <p:cNvSpPr>
            <a:spLocks noGrp="1"/>
          </p:cNvSpPr>
          <p:nvPr>
            <p:ph type="dt" sz="half" idx="10"/>
          </p:nvPr>
        </p:nvSpPr>
        <p:spPr/>
        <p:txBody>
          <a:bodyPr/>
          <a:lstStyle/>
          <a:p>
            <a:fld id="{93820CAE-BE1A-48C1-96ED-B77B4711FD59}"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23</a:t>
            </a:fld>
            <a:endParaRPr lang="zh-CN" altLang="en-US" dirty="0"/>
          </a:p>
        </p:txBody>
      </p:sp>
    </p:spTree>
  </p:cSld>
  <p:clrMapOvr>
    <a:masterClrMapping/>
  </p:clrMapOvr>
  <p:transition>
    <p:push/>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r>
              <a:rPr lang="zh-CN" altLang="en-US" dirty="0"/>
              <a:t>控制器</a:t>
            </a:r>
            <a:r>
              <a:rPr lang="en-US" altLang="zh-CN" dirty="0"/>
              <a:t>(</a:t>
            </a:r>
            <a:r>
              <a:rPr lang="en-US" altLang="zh-CN" sz="2800" dirty="0"/>
              <a:t>Controller</a:t>
            </a:r>
            <a:r>
              <a:rPr lang="en-US" altLang="zh-CN" dirty="0"/>
              <a:t>)</a:t>
            </a:r>
            <a:r>
              <a:rPr lang="zh-CN" altLang="en-US" dirty="0"/>
              <a:t>模式 </a:t>
            </a:r>
          </a:p>
        </p:txBody>
      </p:sp>
      <p:sp>
        <p:nvSpPr>
          <p:cNvPr id="47108" name="Rectangle 3"/>
          <p:cNvSpPr>
            <a:spLocks noGrp="1" noChangeArrowheads="1"/>
          </p:cNvSpPr>
          <p:nvPr>
            <p:ph idx="1"/>
          </p:nvPr>
        </p:nvSpPr>
        <p:spPr/>
        <p:txBody>
          <a:bodyPr>
            <a:normAutofit/>
          </a:bodyPr>
          <a:lstStyle/>
          <a:p>
            <a:r>
              <a:rPr lang="zh-CN" altLang="en-US" dirty="0"/>
              <a:t>问题来源：第一个接收系统事件的软件对象是什么？哪个软件对象负责接收和处理一个系统输入事件？</a:t>
            </a:r>
            <a:endParaRPr lang="en-US" altLang="zh-CN" dirty="0"/>
          </a:p>
          <a:p>
            <a:r>
              <a:rPr lang="zh-CN" altLang="en-US" dirty="0"/>
              <a:t>解决方案：把接收和处理系统事件的职责分配给位于控制器层的对象</a:t>
            </a:r>
          </a:p>
          <a:p>
            <a:pPr lvl="1"/>
            <a:r>
              <a:rPr lang="zh-CN" altLang="en-US" sz="2000" dirty="0"/>
              <a:t>它代表整个系统（系统简单且不复杂），称为外观（</a:t>
            </a:r>
            <a:r>
              <a:rPr lang="en-US" altLang="zh-CN" sz="2000" dirty="0"/>
              <a:t>facade</a:t>
            </a:r>
            <a:r>
              <a:rPr lang="zh-CN" altLang="en-US" sz="2000" dirty="0"/>
              <a:t>）控制器；</a:t>
            </a:r>
          </a:p>
          <a:p>
            <a:pPr lvl="1"/>
            <a:r>
              <a:rPr lang="zh-CN" altLang="en-US" sz="2000" dirty="0"/>
              <a:t>它代表一个发生系统事件的用例场景，这个类通常命名为“</a:t>
            </a:r>
            <a:r>
              <a:rPr lang="en-US" altLang="zh-CN" sz="2000" dirty="0"/>
              <a:t>&lt;</a:t>
            </a:r>
            <a:r>
              <a:rPr lang="zh-CN" altLang="en-US" sz="2000" dirty="0"/>
              <a:t>用例名</a:t>
            </a:r>
            <a:r>
              <a:rPr lang="en-US" altLang="zh-CN" sz="2000" dirty="0"/>
              <a:t>&gt;</a:t>
            </a:r>
            <a:r>
              <a:rPr lang="zh-CN" altLang="en-US" sz="2000" dirty="0"/>
              <a:t>控制器”，称为用例控制器或者会话控制器。</a:t>
            </a:r>
          </a:p>
          <a:p>
            <a:pPr lvl="1"/>
            <a:r>
              <a:rPr lang="zh-CN" altLang="en-US" sz="2000" dirty="0"/>
              <a:t>在相同的用例场景中使用同一个控制器类处理所有的系统事件；</a:t>
            </a:r>
          </a:p>
          <a:p>
            <a:pPr lvl="1"/>
            <a:r>
              <a:rPr lang="zh-CN" altLang="en-US" sz="2000" dirty="0"/>
              <a:t>一次会话是与一个参与者进行交谈的一个实例。 </a:t>
            </a:r>
          </a:p>
        </p:txBody>
      </p:sp>
      <p:sp>
        <p:nvSpPr>
          <p:cNvPr id="7" name="日期占位符 6"/>
          <p:cNvSpPr>
            <a:spLocks noGrp="1"/>
          </p:cNvSpPr>
          <p:nvPr>
            <p:ph type="dt" sz="half" idx="10"/>
          </p:nvPr>
        </p:nvSpPr>
        <p:spPr/>
        <p:txBody>
          <a:bodyPr/>
          <a:lstStyle/>
          <a:p>
            <a:fld id="{668F0F5B-7C04-4EFB-8B23-150BA5A3EB02}"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24</a:t>
            </a:fld>
            <a:endParaRPr lang="zh-CN" altLang="en-US" dirty="0"/>
          </a:p>
        </p:txBody>
      </p:sp>
    </p:spTree>
  </p:cSld>
  <p:clrMapOvr>
    <a:masterClrMapping/>
  </p:clrMapOvr>
  <p:transition>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r>
              <a:rPr lang="zh-CN" altLang="en-US"/>
              <a:t>使用控制器的指导原则 </a:t>
            </a:r>
          </a:p>
        </p:txBody>
      </p:sp>
      <p:sp>
        <p:nvSpPr>
          <p:cNvPr id="48132" name="Rectangle 3"/>
          <p:cNvSpPr>
            <a:spLocks noGrp="1" noChangeArrowheads="1"/>
          </p:cNvSpPr>
          <p:nvPr>
            <p:ph idx="1"/>
          </p:nvPr>
        </p:nvSpPr>
        <p:spPr/>
        <p:txBody>
          <a:bodyPr>
            <a:normAutofit/>
          </a:bodyPr>
          <a:lstStyle/>
          <a:p>
            <a:r>
              <a:rPr lang="zh-CN" altLang="en-US" dirty="0"/>
              <a:t>当一个系统不具有“太多”的系统事件，或者用户接口不可能将事件消息重定向到其他控制器时，选择外观控制器是合适的。这时，外观控制器相当于一个应用的封面，隔离了用户接口和应用逻辑。</a:t>
            </a:r>
          </a:p>
          <a:p>
            <a:r>
              <a:rPr lang="zh-CN" altLang="en-US" dirty="0"/>
              <a:t>如果外观控制器由于职责过多而变得“臃肿”的时候，应该选择用例控制器。</a:t>
            </a:r>
            <a:endParaRPr lang="en-US" altLang="zh-CN" dirty="0"/>
          </a:p>
          <a:p>
            <a:pPr lvl="1"/>
            <a:r>
              <a:rPr lang="zh-CN" altLang="en-US" dirty="0"/>
              <a:t>如果选择了用例控制器，那么每一个用例都有一个不同的控制类，而且只有一个，以便维护用例的状态。用例控制器可以实现有一定执行顺序的系统操作。</a:t>
            </a:r>
          </a:p>
          <a:p>
            <a:r>
              <a:rPr lang="zh-CN" altLang="en-US" dirty="0">
                <a:solidFill>
                  <a:srgbClr val="FF0000"/>
                </a:solidFill>
              </a:rPr>
              <a:t>不论是外观控制器还是用例控制器，它们只是接收系统事件消息，并没有实现系统操作的职责，系统操作应该委托给领域对象处理。</a:t>
            </a:r>
            <a:r>
              <a:rPr lang="zh-CN" altLang="en-US" dirty="0">
                <a:solidFill>
                  <a:srgbClr val="FFFF00"/>
                </a:solidFill>
              </a:rPr>
              <a:t> </a:t>
            </a:r>
          </a:p>
        </p:txBody>
      </p:sp>
      <p:sp>
        <p:nvSpPr>
          <p:cNvPr id="7" name="日期占位符 6"/>
          <p:cNvSpPr>
            <a:spLocks noGrp="1"/>
          </p:cNvSpPr>
          <p:nvPr>
            <p:ph type="dt" sz="half" idx="10"/>
          </p:nvPr>
        </p:nvSpPr>
        <p:spPr/>
        <p:txBody>
          <a:bodyPr/>
          <a:lstStyle/>
          <a:p>
            <a:fld id="{8441BCC5-D753-4343-92F2-40AEE467A095}"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25</a:t>
            </a:fld>
            <a:endParaRPr lang="zh-CN" altLang="en-US" dirty="0"/>
          </a:p>
        </p:txBody>
      </p:sp>
    </p:spTree>
  </p:cSld>
  <p:clrMapOvr>
    <a:masterClrMapping/>
  </p:clrMapOvr>
  <p:transition>
    <p:push/>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26</a:t>
            </a:fld>
            <a:endParaRPr lang="zh-CN" altLang="en-US" dirty="0"/>
          </a:p>
        </p:txBody>
      </p:sp>
      <p:pic>
        <p:nvPicPr>
          <p:cNvPr id="7" name="图片 6"/>
          <p:cNvPicPr/>
          <p:nvPr/>
        </p:nvPicPr>
        <p:blipFill>
          <a:blip r:embed="rId2"/>
          <a:stretch>
            <a:fillRect/>
          </a:stretch>
        </p:blipFill>
        <p:spPr>
          <a:xfrm>
            <a:off x="2567608" y="811919"/>
            <a:ext cx="6169099" cy="5173364"/>
          </a:xfrm>
          <a:prstGeom prst="rect">
            <a:avLst/>
          </a:prstGeom>
        </p:spPr>
      </p:pic>
    </p:spTree>
  </p:cSld>
  <p:clrMapOvr>
    <a:masterClrMapping/>
  </p:clrMapOvr>
  <p:transition>
    <p:push/>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r>
              <a:rPr lang="zh-CN" altLang="en-US" dirty="0"/>
              <a:t>创建者</a:t>
            </a:r>
            <a:r>
              <a:rPr lang="en-US" altLang="zh-CN" dirty="0"/>
              <a:t>(</a:t>
            </a:r>
            <a:r>
              <a:rPr lang="en-US" altLang="zh-CN" sz="2800" dirty="0"/>
              <a:t>Creator</a:t>
            </a:r>
            <a:r>
              <a:rPr lang="en-US" altLang="zh-CN" dirty="0"/>
              <a:t>)</a:t>
            </a:r>
            <a:r>
              <a:rPr lang="zh-CN" altLang="en-US" dirty="0"/>
              <a:t>模式 </a:t>
            </a:r>
          </a:p>
        </p:txBody>
      </p:sp>
      <p:sp>
        <p:nvSpPr>
          <p:cNvPr id="45060" name="Rectangle 3"/>
          <p:cNvSpPr>
            <a:spLocks noGrp="1" noChangeArrowheads="1"/>
          </p:cNvSpPr>
          <p:nvPr>
            <p:ph idx="1"/>
          </p:nvPr>
        </p:nvSpPr>
        <p:spPr/>
        <p:txBody>
          <a:bodyPr/>
          <a:lstStyle/>
          <a:p>
            <a:pPr>
              <a:lnSpc>
                <a:spcPct val="80000"/>
              </a:lnSpc>
            </a:pPr>
            <a:r>
              <a:rPr lang="zh-CN" altLang="en-US" dirty="0"/>
              <a:t>问题来源：哪个对象应该负责产生类的实例？（</a:t>
            </a:r>
            <a:r>
              <a:rPr lang="zh-CN" altLang="en-US" dirty="0">
                <a:solidFill>
                  <a:srgbClr val="FF0000"/>
                </a:solidFill>
              </a:rPr>
              <a:t>操作契约中对象实例的创建</a:t>
            </a:r>
            <a:r>
              <a:rPr lang="zh-CN" altLang="en-US" dirty="0"/>
              <a:t>）</a:t>
            </a:r>
          </a:p>
          <a:p>
            <a:pPr>
              <a:lnSpc>
                <a:spcPct val="80000"/>
              </a:lnSpc>
            </a:pPr>
            <a:r>
              <a:rPr lang="zh-CN" altLang="en-US" dirty="0"/>
              <a:t>如果符合下面的一个或者多个条件，则可将创建类</a:t>
            </a:r>
            <a:r>
              <a:rPr lang="en-US" altLang="zh-CN" dirty="0"/>
              <a:t>A</a:t>
            </a:r>
            <a:r>
              <a:rPr lang="zh-CN" altLang="en-US" dirty="0"/>
              <a:t>实例的职责分配给类</a:t>
            </a:r>
            <a:r>
              <a:rPr lang="en-US" altLang="zh-CN" dirty="0"/>
              <a:t>B(B</a:t>
            </a:r>
            <a:r>
              <a:rPr lang="zh-CN" altLang="en-US" dirty="0"/>
              <a:t>创建</a:t>
            </a:r>
            <a:r>
              <a:rPr lang="en-US" altLang="zh-CN" dirty="0"/>
              <a:t>A)</a:t>
            </a:r>
            <a:r>
              <a:rPr lang="zh-CN" altLang="en-US" dirty="0"/>
              <a:t>。 </a:t>
            </a:r>
          </a:p>
          <a:p>
            <a:pPr lvl="1">
              <a:lnSpc>
                <a:spcPct val="80000"/>
              </a:lnSpc>
            </a:pPr>
            <a:r>
              <a:rPr lang="en-US" altLang="zh-CN" dirty="0"/>
              <a:t>B</a:t>
            </a:r>
            <a:r>
              <a:rPr lang="zh-CN" altLang="en-US" dirty="0"/>
              <a:t>聚合（</a:t>
            </a:r>
            <a:r>
              <a:rPr lang="en-US" altLang="zh-CN" dirty="0"/>
              <a:t>aggregate</a:t>
            </a:r>
            <a:r>
              <a:rPr lang="zh-CN" altLang="en-US" dirty="0"/>
              <a:t>）或包含（</a:t>
            </a:r>
            <a:r>
              <a:rPr lang="en-US" altLang="zh-CN" dirty="0"/>
              <a:t>contain</a:t>
            </a:r>
            <a:r>
              <a:rPr lang="zh-CN" altLang="en-US" dirty="0"/>
              <a:t>）对象</a:t>
            </a:r>
            <a:r>
              <a:rPr lang="en-US" altLang="zh-CN" dirty="0"/>
              <a:t>A</a:t>
            </a:r>
            <a:r>
              <a:rPr lang="zh-CN" altLang="en-US" dirty="0"/>
              <a:t>；</a:t>
            </a:r>
          </a:p>
          <a:p>
            <a:pPr lvl="1">
              <a:lnSpc>
                <a:spcPct val="80000"/>
              </a:lnSpc>
            </a:pPr>
            <a:r>
              <a:rPr lang="en-US" altLang="zh-CN" dirty="0"/>
              <a:t>B</a:t>
            </a:r>
            <a:r>
              <a:rPr lang="zh-CN" altLang="en-US" dirty="0"/>
              <a:t>记录（</a:t>
            </a:r>
            <a:r>
              <a:rPr lang="en-US" altLang="zh-CN" dirty="0"/>
              <a:t>record</a:t>
            </a:r>
            <a:r>
              <a:rPr lang="zh-CN" altLang="en-US" dirty="0"/>
              <a:t>）对象</a:t>
            </a:r>
            <a:r>
              <a:rPr lang="en-US" altLang="zh-CN" dirty="0"/>
              <a:t>A</a:t>
            </a:r>
            <a:r>
              <a:rPr lang="zh-CN" altLang="en-US" dirty="0"/>
              <a:t>；</a:t>
            </a:r>
          </a:p>
          <a:p>
            <a:pPr lvl="1">
              <a:lnSpc>
                <a:spcPct val="80000"/>
              </a:lnSpc>
            </a:pPr>
            <a:r>
              <a:rPr lang="en-US" altLang="zh-CN" dirty="0"/>
              <a:t>B</a:t>
            </a:r>
            <a:r>
              <a:rPr lang="zh-CN" altLang="en-US" dirty="0"/>
              <a:t>密切使用对象</a:t>
            </a:r>
            <a:r>
              <a:rPr lang="en-US" altLang="zh-CN" dirty="0"/>
              <a:t>A</a:t>
            </a:r>
            <a:r>
              <a:rPr lang="zh-CN" altLang="en-US" dirty="0"/>
              <a:t>；</a:t>
            </a:r>
          </a:p>
          <a:p>
            <a:pPr lvl="1">
              <a:lnSpc>
                <a:spcPct val="80000"/>
              </a:lnSpc>
            </a:pPr>
            <a:r>
              <a:rPr lang="en-US" altLang="zh-CN" dirty="0"/>
              <a:t>B</a:t>
            </a:r>
            <a:r>
              <a:rPr lang="zh-CN" altLang="en-US" dirty="0"/>
              <a:t>拥有创建对象</a:t>
            </a:r>
            <a:r>
              <a:rPr lang="en-US" altLang="zh-CN" dirty="0"/>
              <a:t>A</a:t>
            </a:r>
            <a:r>
              <a:rPr lang="zh-CN" altLang="en-US" dirty="0"/>
              <a:t>所需要的初始化数据（</a:t>
            </a:r>
            <a:r>
              <a:rPr lang="en-US" altLang="zh-CN" dirty="0"/>
              <a:t>B</a:t>
            </a:r>
            <a:r>
              <a:rPr lang="zh-CN" altLang="en-US" dirty="0"/>
              <a:t>是创建对象</a:t>
            </a:r>
            <a:r>
              <a:rPr lang="en-US" altLang="zh-CN" dirty="0"/>
              <a:t>A</a:t>
            </a:r>
            <a:r>
              <a:rPr lang="zh-CN" altLang="en-US" dirty="0"/>
              <a:t>的信息专家）。</a:t>
            </a:r>
            <a:endParaRPr lang="en-US" altLang="zh-CN" dirty="0"/>
          </a:p>
          <a:p>
            <a:pPr>
              <a:lnSpc>
                <a:spcPct val="80000"/>
              </a:lnSpc>
            </a:pPr>
            <a:r>
              <a:rPr lang="zh-CN" altLang="zh-CN" dirty="0"/>
              <a:t>创建者模式体现了低耦合的设计思想，是对迪米特法则的具体运用。</a:t>
            </a:r>
            <a:endParaRPr lang="zh-CN" altLang="en-US" dirty="0"/>
          </a:p>
        </p:txBody>
      </p:sp>
      <p:sp>
        <p:nvSpPr>
          <p:cNvPr id="7" name="日期占位符 6"/>
          <p:cNvSpPr>
            <a:spLocks noGrp="1"/>
          </p:cNvSpPr>
          <p:nvPr>
            <p:ph type="dt" sz="half" idx="10"/>
          </p:nvPr>
        </p:nvSpPr>
        <p:spPr/>
        <p:txBody>
          <a:bodyPr/>
          <a:lstStyle/>
          <a:p>
            <a:fld id="{CA62CA9A-EECC-42A7-A12B-B3A1CDB10019}"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27</a:t>
            </a:fld>
            <a:endParaRPr lang="zh-CN" altLang="en-US" dirty="0"/>
          </a:p>
        </p:txBody>
      </p:sp>
      <p:pic>
        <p:nvPicPr>
          <p:cNvPr id="13" name="图片 12"/>
          <p:cNvPicPr/>
          <p:nvPr/>
        </p:nvPicPr>
        <p:blipFill>
          <a:blip r:embed="rId2"/>
          <a:stretch>
            <a:fillRect/>
          </a:stretch>
        </p:blipFill>
        <p:spPr>
          <a:xfrm>
            <a:off x="7680176" y="4149080"/>
            <a:ext cx="3433687" cy="1872208"/>
          </a:xfrm>
          <a:prstGeom prst="rect">
            <a:avLst/>
          </a:prstGeom>
        </p:spPr>
      </p:pic>
    </p:spTree>
  </p:cSld>
  <p:clrMapOvr>
    <a:masterClrMapping/>
  </p:clrMapOvr>
  <p:transition>
    <p:push/>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r>
              <a:rPr lang="zh-CN" altLang="en-US" dirty="0"/>
              <a:t>信息专家</a:t>
            </a:r>
            <a:r>
              <a:rPr lang="en-US" altLang="zh-CN" dirty="0"/>
              <a:t>(</a:t>
            </a:r>
            <a:r>
              <a:rPr lang="en-US" altLang="zh-CN" sz="2800" dirty="0"/>
              <a:t>Information Expert</a:t>
            </a:r>
            <a:r>
              <a:rPr lang="en-US" altLang="zh-CN" dirty="0"/>
              <a:t>)</a:t>
            </a:r>
            <a:r>
              <a:rPr lang="zh-CN" altLang="en-US" dirty="0"/>
              <a:t>模式 </a:t>
            </a:r>
          </a:p>
        </p:txBody>
      </p:sp>
      <p:sp>
        <p:nvSpPr>
          <p:cNvPr id="39940" name="Rectangle 3"/>
          <p:cNvSpPr>
            <a:spLocks noGrp="1" noChangeArrowheads="1"/>
          </p:cNvSpPr>
          <p:nvPr>
            <p:ph idx="1"/>
          </p:nvPr>
        </p:nvSpPr>
        <p:spPr/>
        <p:txBody>
          <a:bodyPr>
            <a:normAutofit/>
          </a:bodyPr>
          <a:lstStyle/>
          <a:p>
            <a:r>
              <a:rPr lang="zh-CN" altLang="en-US" dirty="0">
                <a:solidFill>
                  <a:srgbClr val="FF0000"/>
                </a:solidFill>
              </a:rPr>
              <a:t>给对象分配职责的通用原则</a:t>
            </a:r>
            <a:r>
              <a:rPr lang="zh-CN" altLang="en-US" dirty="0"/>
              <a:t>：将职责分配给拥有履行职责所必需信息的类，即信息专家。换言之，对象具有处理自己拥有信息的职责或能力。 </a:t>
            </a:r>
          </a:p>
          <a:p>
            <a:r>
              <a:rPr lang="zh-CN" altLang="en-US" dirty="0"/>
              <a:t>根据信息专家模式，应该找到拥有履行职责所必须的信息的类，选取类的方法：</a:t>
            </a:r>
          </a:p>
          <a:p>
            <a:pPr lvl="1"/>
            <a:r>
              <a:rPr lang="zh-CN" altLang="en-US" sz="2000" dirty="0"/>
              <a:t>如果在设计模型中存在相关的类，先到设计模型中查看；</a:t>
            </a:r>
          </a:p>
          <a:p>
            <a:pPr lvl="1"/>
            <a:r>
              <a:rPr lang="zh-CN" altLang="en-US" sz="2000" dirty="0"/>
              <a:t>如果在设计模型中不存在相关的类，则到领域模型中查看，试着应用或扩展领域模型，得出相应的设计类。</a:t>
            </a:r>
          </a:p>
          <a:p>
            <a:r>
              <a:rPr lang="zh-CN" altLang="en-US" dirty="0"/>
              <a:t>职责的实现（即功能）需要信息，而信息往往分布在不同的对象中，一个任务可能需要多个对象（信息专家）协作来完成。 </a:t>
            </a:r>
          </a:p>
        </p:txBody>
      </p:sp>
      <p:sp>
        <p:nvSpPr>
          <p:cNvPr id="7" name="日期占位符 6"/>
          <p:cNvSpPr>
            <a:spLocks noGrp="1"/>
          </p:cNvSpPr>
          <p:nvPr>
            <p:ph type="dt" sz="half" idx="10"/>
          </p:nvPr>
        </p:nvSpPr>
        <p:spPr/>
        <p:txBody>
          <a:bodyPr/>
          <a:lstStyle/>
          <a:p>
            <a:fld id="{F7F59F63-D1D3-4268-92DF-323E05B64774}"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28</a:t>
            </a:fld>
            <a:endParaRPr lang="zh-CN" altLang="en-US" dirty="0"/>
          </a:p>
        </p:txBody>
      </p:sp>
    </p:spTree>
  </p:cSld>
  <p:clrMapOvr>
    <a:masterClrMapping/>
  </p:clrMapOvr>
  <p:transition>
    <p:push/>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超市 </a:t>
            </a:r>
            <a:r>
              <a:rPr lang="en-US" altLang="zh-CN" dirty="0"/>
              <a:t>POS </a:t>
            </a:r>
            <a:r>
              <a:rPr lang="zh-CN" altLang="en-US" dirty="0"/>
              <a:t>机实例</a:t>
            </a:r>
          </a:p>
        </p:txBody>
      </p:sp>
      <p:pic>
        <p:nvPicPr>
          <p:cNvPr id="8" name="内容占位符 7"/>
          <p:cNvPicPr>
            <a:picLocks noGrp="1" noChangeAspect="1"/>
          </p:cNvPicPr>
          <p:nvPr>
            <p:ph idx="1"/>
          </p:nvPr>
        </p:nvPicPr>
        <p:blipFill>
          <a:blip r:embed="rId2"/>
          <a:stretch>
            <a:fillRect/>
          </a:stretch>
        </p:blipFill>
        <p:spPr>
          <a:xfrm>
            <a:off x="6739856" y="1988840"/>
            <a:ext cx="4958649" cy="3891752"/>
          </a:xfrm>
          <a:prstGeom prst="rect">
            <a:avLst/>
          </a:prstGeom>
        </p:spPr>
      </p:pic>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29</a:t>
            </a:fld>
            <a:endParaRPr lang="zh-CN" altLang="en-US" dirty="0"/>
          </a:p>
        </p:txBody>
      </p:sp>
      <p:pic>
        <p:nvPicPr>
          <p:cNvPr id="7" name="图片 6"/>
          <p:cNvPicPr>
            <a:picLocks noChangeAspect="1"/>
          </p:cNvPicPr>
          <p:nvPr/>
        </p:nvPicPr>
        <p:blipFill>
          <a:blip r:embed="rId3"/>
          <a:stretch>
            <a:fillRect/>
          </a:stretch>
        </p:blipFill>
        <p:spPr>
          <a:xfrm>
            <a:off x="148244" y="477751"/>
            <a:ext cx="6361473" cy="4212615"/>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墨迹 2"/>
              <p14:cNvContentPartPr/>
              <p14:nvPr/>
            </p14:nvContentPartPr>
            <p14:xfrm>
              <a:off x="7531100" y="4902200"/>
              <a:ext cx="3429000" cy="1149350"/>
            </p14:xfrm>
          </p:contentPart>
        </mc:Choice>
        <mc:Fallback xmlns="">
          <p:pic>
            <p:nvPicPr>
              <p:cNvPr id="3" name="墨迹 2"/>
            </p:nvPicPr>
            <p:blipFill>
              <a:blip r:embed="rId5"/>
            </p:blipFill>
            <p:spPr>
              <a:xfrm>
                <a:off x="7531100" y="4902200"/>
                <a:ext cx="3429000" cy="1149350"/>
              </a:xfrm>
              <a:prstGeom prst="rect"/>
            </p:spPr>
          </p:pic>
        </mc:Fallback>
      </mc:AlternateContent>
    </p:spTree>
  </p:cSld>
  <p:clrMapOvr>
    <a:masterClrMapping/>
  </p:clrMapOvr>
  <p:transition>
    <p:push/>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超市 </a:t>
            </a:r>
            <a:r>
              <a:rPr lang="en-US" altLang="zh-CN" dirty="0"/>
              <a:t>POS </a:t>
            </a:r>
            <a:r>
              <a:rPr lang="zh-CN" altLang="en-US" dirty="0"/>
              <a:t>机实例</a:t>
            </a:r>
          </a:p>
        </p:txBody>
      </p:sp>
      <p:sp>
        <p:nvSpPr>
          <p:cNvPr id="3" name="内容占位符 2"/>
          <p:cNvSpPr>
            <a:spLocks noGrp="1"/>
          </p:cNvSpPr>
          <p:nvPr>
            <p:ph idx="1"/>
          </p:nvPr>
        </p:nvSpPr>
        <p:spPr/>
        <p:txBody>
          <a:bodyPr/>
          <a:lstStyle/>
          <a:p>
            <a:r>
              <a:rPr lang="zh-CN" altLang="en-US" dirty="0"/>
              <a:t>超市柜台收银系统，简称 </a:t>
            </a:r>
            <a:r>
              <a:rPr lang="en-US" altLang="zh-CN" dirty="0"/>
              <a:t>POS</a:t>
            </a:r>
            <a:r>
              <a:rPr lang="zh-CN" altLang="en-US" dirty="0"/>
              <a:t>机系统</a:t>
            </a:r>
            <a:endParaRPr lang="en-US" altLang="zh-CN" dirty="0"/>
          </a:p>
          <a:p>
            <a:r>
              <a:rPr lang="zh-CN" altLang="en-US" dirty="0"/>
              <a:t>已知条件：</a:t>
            </a:r>
            <a:endParaRPr lang="en-US" altLang="zh-CN" dirty="0"/>
          </a:p>
          <a:p>
            <a:pPr lvl="1"/>
            <a:r>
              <a:rPr lang="zh-CN" altLang="en-US" dirty="0"/>
              <a:t>角色：收银员</a:t>
            </a:r>
            <a:endParaRPr lang="en-US" altLang="zh-CN" dirty="0"/>
          </a:p>
          <a:p>
            <a:pPr lvl="1"/>
            <a:r>
              <a:rPr lang="zh-CN" altLang="en-US" dirty="0"/>
              <a:t>用例：处理销售和处理支付；</a:t>
            </a:r>
            <a:endParaRPr lang="en-US" altLang="zh-CN" dirty="0"/>
          </a:p>
          <a:p>
            <a:pPr lvl="1"/>
            <a:r>
              <a:rPr lang="en-US" altLang="zh-CN" dirty="0"/>
              <a:t>SSD</a:t>
            </a:r>
          </a:p>
          <a:p>
            <a:pPr lvl="1"/>
            <a:r>
              <a:rPr lang="zh-CN" altLang="en-US" dirty="0"/>
              <a:t>操作契约</a:t>
            </a:r>
            <a:endParaRPr lang="en-US" altLang="zh-CN" dirty="0"/>
          </a:p>
          <a:p>
            <a:pPr lvl="1"/>
            <a:r>
              <a:rPr lang="zh-CN" altLang="en-US" dirty="0"/>
              <a:t>领域模型</a:t>
            </a:r>
          </a:p>
        </p:txBody>
      </p:sp>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30</a:t>
            </a:fld>
            <a:endParaRPr lang="zh-CN" altLang="en-US" dirty="0"/>
          </a:p>
        </p:txBody>
      </p:sp>
      <p:pic>
        <p:nvPicPr>
          <p:cNvPr id="7" name="图片 6"/>
          <p:cNvPicPr>
            <a:picLocks noChangeAspect="1"/>
          </p:cNvPicPr>
          <p:nvPr/>
        </p:nvPicPr>
        <p:blipFill>
          <a:blip r:embed="rId2"/>
          <a:stretch>
            <a:fillRect/>
          </a:stretch>
        </p:blipFill>
        <p:spPr>
          <a:xfrm>
            <a:off x="728662" y="4653136"/>
            <a:ext cx="3324225" cy="1257300"/>
          </a:xfrm>
          <a:prstGeom prst="rect">
            <a:avLst/>
          </a:prstGeom>
        </p:spPr>
      </p:pic>
      <p:sp>
        <p:nvSpPr>
          <p:cNvPr id="8" name="矩形 7"/>
          <p:cNvSpPr/>
          <p:nvPr/>
        </p:nvSpPr>
        <p:spPr>
          <a:xfrm>
            <a:off x="4583832" y="1701384"/>
            <a:ext cx="3744416" cy="4524315"/>
          </a:xfrm>
          <a:prstGeom prst="rect">
            <a:avLst/>
          </a:prstGeom>
          <a:solidFill>
            <a:schemeClr val="accent5">
              <a:lumMod val="75000"/>
            </a:schemeClr>
          </a:solidFill>
        </p:spPr>
        <p:txBody>
          <a:bodyPr wrap="square">
            <a:spAutoFit/>
          </a:bodyPr>
          <a:lstStyle/>
          <a:p>
            <a:r>
              <a:rPr lang="zh-CN" altLang="en-US" sz="1800" dirty="0">
                <a:solidFill>
                  <a:schemeClr val="bg1"/>
                </a:solidFill>
                <a:latin typeface="微软雅黑" panose="020B0503020204020204" pitchFamily="34" charset="-122"/>
                <a:ea typeface="微软雅黑" panose="020B0503020204020204" pitchFamily="34" charset="-122"/>
              </a:rPr>
              <a:t>成功场景：</a:t>
            </a:r>
          </a:p>
          <a:p>
            <a:r>
              <a:rPr lang="zh-CN" altLang="en-US" sz="1800" dirty="0">
                <a:solidFill>
                  <a:schemeClr val="bg1"/>
                </a:solidFill>
                <a:latin typeface="微软雅黑" panose="020B0503020204020204" pitchFamily="34" charset="-122"/>
                <a:ea typeface="微软雅黑" panose="020B0503020204020204" pitchFamily="34" charset="-122"/>
              </a:rPr>
              <a:t>1.顾客携带商品到达POS机收费口</a:t>
            </a:r>
          </a:p>
          <a:p>
            <a:r>
              <a:rPr lang="zh-CN" altLang="en-US" sz="1800" dirty="0">
                <a:solidFill>
                  <a:schemeClr val="bg1"/>
                </a:solidFill>
                <a:latin typeface="微软雅黑" panose="020B0503020204020204" pitchFamily="34" charset="-122"/>
                <a:ea typeface="微软雅黑" panose="020B0503020204020204" pitchFamily="34" charset="-122"/>
              </a:rPr>
              <a:t>2.收银员开始一次新的销售</a:t>
            </a:r>
          </a:p>
          <a:p>
            <a:r>
              <a:rPr lang="zh-CN" altLang="en-US" sz="1800" dirty="0">
                <a:solidFill>
                  <a:schemeClr val="bg1"/>
                </a:solidFill>
                <a:latin typeface="微软雅黑" panose="020B0503020204020204" pitchFamily="34" charset="-122"/>
                <a:ea typeface="微软雅黑" panose="020B0503020204020204" pitchFamily="34" charset="-122"/>
              </a:rPr>
              <a:t>3.收银员输入商品标识</a:t>
            </a:r>
          </a:p>
          <a:p>
            <a:r>
              <a:rPr lang="zh-CN" altLang="en-US" sz="1800" dirty="0">
                <a:solidFill>
                  <a:schemeClr val="bg1"/>
                </a:solidFill>
                <a:latin typeface="微软雅黑" panose="020B0503020204020204" pitchFamily="34" charset="-122"/>
                <a:ea typeface="微软雅黑" panose="020B0503020204020204" pitchFamily="34" charset="-122"/>
              </a:rPr>
              <a:t>4.系统记录单件商品，并显示该商品的描述、价格、累加值。</a:t>
            </a:r>
          </a:p>
          <a:p>
            <a:r>
              <a:rPr lang="zh-CN" altLang="en-US" sz="1800" dirty="0">
                <a:solidFill>
                  <a:schemeClr val="bg1"/>
                </a:solidFill>
                <a:latin typeface="微软雅黑" panose="020B0503020204020204" pitchFamily="34" charset="-122"/>
                <a:ea typeface="微软雅黑" panose="020B0503020204020204" pitchFamily="34" charset="-122"/>
              </a:rPr>
              <a:t>收银员重复3～4步，直到商品输入结束。</a:t>
            </a:r>
          </a:p>
          <a:p>
            <a:r>
              <a:rPr lang="zh-CN" altLang="en-US" sz="1800" dirty="0">
                <a:solidFill>
                  <a:schemeClr val="bg1"/>
                </a:solidFill>
                <a:latin typeface="微软雅黑" panose="020B0503020204020204" pitchFamily="34" charset="-122"/>
                <a:ea typeface="微软雅黑" panose="020B0503020204020204" pitchFamily="34" charset="-122"/>
              </a:rPr>
              <a:t>5.系统显示总值并计算税金。</a:t>
            </a:r>
          </a:p>
          <a:p>
            <a:r>
              <a:rPr lang="zh-CN" altLang="en-US" sz="1800" dirty="0">
                <a:solidFill>
                  <a:schemeClr val="bg1"/>
                </a:solidFill>
                <a:latin typeface="微软雅黑" panose="020B0503020204020204" pitchFamily="34" charset="-122"/>
                <a:ea typeface="微软雅黑" panose="020B0503020204020204" pitchFamily="34" charset="-122"/>
              </a:rPr>
              <a:t>6.收银员请顾客付款。</a:t>
            </a:r>
          </a:p>
          <a:p>
            <a:r>
              <a:rPr lang="zh-CN" altLang="en-US" sz="1800" dirty="0">
                <a:solidFill>
                  <a:schemeClr val="bg1"/>
                </a:solidFill>
                <a:latin typeface="微软雅黑" panose="020B0503020204020204" pitchFamily="34" charset="-122"/>
                <a:ea typeface="微软雅黑" panose="020B0503020204020204" pitchFamily="34" charset="-122"/>
              </a:rPr>
              <a:t>7.顾客支付，系统处理支付。</a:t>
            </a:r>
          </a:p>
          <a:p>
            <a:r>
              <a:rPr lang="zh-CN" altLang="en-US" sz="1800" dirty="0">
                <a:solidFill>
                  <a:schemeClr val="bg1"/>
                </a:solidFill>
                <a:latin typeface="微软雅黑" panose="020B0503020204020204" pitchFamily="34" charset="-122"/>
                <a:ea typeface="微软雅黑" panose="020B0503020204020204" pitchFamily="34" charset="-122"/>
              </a:rPr>
              <a:t>8.系统记录完整的销售信息，并将销售和付款信息发送到外部的帐务系统。</a:t>
            </a:r>
          </a:p>
          <a:p>
            <a:r>
              <a:rPr lang="zh-CN" altLang="en-US" sz="1800" dirty="0">
                <a:solidFill>
                  <a:schemeClr val="bg1"/>
                </a:solidFill>
                <a:latin typeface="微软雅黑" panose="020B0503020204020204" pitchFamily="34" charset="-122"/>
                <a:ea typeface="微软雅黑" panose="020B0503020204020204" pitchFamily="34" charset="-122"/>
              </a:rPr>
              <a:t>9.系统打印收据</a:t>
            </a:r>
          </a:p>
          <a:p>
            <a:r>
              <a:rPr lang="zh-CN" altLang="en-US" sz="1800" dirty="0">
                <a:solidFill>
                  <a:schemeClr val="bg1"/>
                </a:solidFill>
                <a:latin typeface="微软雅黑" panose="020B0503020204020204" pitchFamily="34" charset="-122"/>
                <a:ea typeface="微软雅黑" panose="020B0503020204020204" pitchFamily="34" charset="-122"/>
              </a:rPr>
              <a:t>10.顾客带着商品和收据离开。</a:t>
            </a:r>
          </a:p>
        </p:txBody>
      </p:sp>
      <p:pic>
        <p:nvPicPr>
          <p:cNvPr id="9" name="图片 8"/>
          <p:cNvPicPr>
            <a:picLocks noChangeAspect="1"/>
          </p:cNvPicPr>
          <p:nvPr/>
        </p:nvPicPr>
        <p:blipFill>
          <a:blip r:embed="rId3"/>
          <a:stretch>
            <a:fillRect/>
          </a:stretch>
        </p:blipFill>
        <p:spPr>
          <a:xfrm>
            <a:off x="8610600" y="1618255"/>
            <a:ext cx="3197002" cy="4607444"/>
          </a:xfrm>
          <a:prstGeom prst="rect">
            <a:avLst/>
          </a:prstGeom>
        </p:spPr>
      </p:pic>
    </p:spTree>
  </p:cSld>
  <p:clrMapOvr>
    <a:masterClrMapping/>
  </p:clrMapOvr>
  <p:transition>
    <p:push/>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POS </a:t>
            </a:r>
            <a:r>
              <a:rPr lang="zh-CN" altLang="en-US" dirty="0"/>
              <a:t>机实例</a:t>
            </a:r>
            <a:r>
              <a:rPr lang="en-US" altLang="zh-CN" dirty="0"/>
              <a:t> </a:t>
            </a:r>
            <a:r>
              <a:rPr lang="zh-CN" altLang="en-US" dirty="0"/>
              <a:t>领域模型</a:t>
            </a:r>
          </a:p>
        </p:txBody>
      </p:sp>
      <p:pic>
        <p:nvPicPr>
          <p:cNvPr id="7" name="内容占位符 6"/>
          <p:cNvPicPr>
            <a:picLocks noGrp="1" noChangeAspect="1"/>
          </p:cNvPicPr>
          <p:nvPr>
            <p:ph idx="1"/>
          </p:nvPr>
        </p:nvPicPr>
        <p:blipFill>
          <a:blip r:embed="rId2"/>
          <a:stretch>
            <a:fillRect/>
          </a:stretch>
        </p:blipFill>
        <p:spPr>
          <a:xfrm>
            <a:off x="1271464" y="827853"/>
            <a:ext cx="9227820" cy="5213985"/>
          </a:xfrm>
          <a:prstGeom prst="rect">
            <a:avLst/>
          </a:prstGeom>
        </p:spPr>
      </p:pic>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31</a:t>
            </a:fld>
            <a:endParaRPr lang="zh-CN" altLang="en-US" dirty="0"/>
          </a:p>
        </p:txBody>
      </p:sp>
      <mc:AlternateContent xmlns:mc="http://schemas.openxmlformats.org/markup-compatibility/2006" xmlns:p14="http://schemas.microsoft.com/office/powerpoint/2010/main">
        <mc:Choice Requires="p14">
          <p:contentPart p14:bwMode="auto" r:id="rId3">
            <p14:nvContentPartPr>
              <p14:cNvPr id="3" name="墨迹 2"/>
              <p14:cNvContentPartPr/>
              <p14:nvPr/>
            </p14:nvContentPartPr>
            <p14:xfrm>
              <a:off x="5168900" y="2774950"/>
              <a:ext cx="1263650" cy="666750"/>
            </p14:xfrm>
          </p:contentPart>
        </mc:Choice>
        <mc:Fallback xmlns="">
          <p:pic>
            <p:nvPicPr>
              <p:cNvPr id="3" name="墨迹 2"/>
            </p:nvPicPr>
            <p:blipFill>
              <a:blip r:embed="rId4"/>
            </p:blipFill>
            <p:spPr>
              <a:xfrm>
                <a:off x="5168900" y="2774950"/>
                <a:ext cx="1263650" cy="666750"/>
              </a:xfrm>
              <a:prstGeom prst="rect"/>
            </p:spPr>
          </p:pic>
        </mc:Fallback>
      </mc:AlternateContent>
    </p:spTree>
  </p:cSld>
  <p:clrMapOvr>
    <a:masterClrMapping/>
  </p:clrMapOvr>
  <p:transition>
    <p:push/>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POS </a:t>
            </a:r>
            <a:r>
              <a:rPr lang="zh-CN" altLang="en-US" dirty="0"/>
              <a:t>机实例 设计步骤</a:t>
            </a:r>
            <a:r>
              <a:rPr lang="en-US" altLang="zh-CN" dirty="0"/>
              <a:t>_1</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选择系统架构</a:t>
            </a:r>
            <a:endParaRPr lang="en-US" altLang="zh-CN" dirty="0"/>
          </a:p>
          <a:p>
            <a:pPr lvl="1"/>
            <a:r>
              <a:rPr lang="zh-CN" altLang="en-US" dirty="0">
                <a:solidFill>
                  <a:srgbClr val="FF0000"/>
                </a:solidFill>
              </a:rPr>
              <a:t>基于</a:t>
            </a:r>
            <a:r>
              <a:rPr lang="en-US" altLang="zh-CN" dirty="0">
                <a:solidFill>
                  <a:srgbClr val="FF0000"/>
                </a:solidFill>
              </a:rPr>
              <a:t>B/S </a:t>
            </a:r>
            <a:r>
              <a:rPr lang="zh-CN" altLang="en-US" dirty="0">
                <a:solidFill>
                  <a:srgbClr val="FF0000"/>
                </a:solidFill>
              </a:rPr>
              <a:t>的分层架构，要求至少能体现控制器层和应用逻辑层</a:t>
            </a:r>
            <a:r>
              <a:rPr lang="zh-CN" altLang="en-US" dirty="0"/>
              <a:t>；</a:t>
            </a:r>
            <a:endParaRPr lang="en-US" altLang="zh-CN" dirty="0"/>
          </a:p>
          <a:p>
            <a:r>
              <a:rPr lang="zh-CN" altLang="en-US" dirty="0"/>
              <a:t>回顾并分析需求模型</a:t>
            </a:r>
            <a:endParaRPr lang="en-US" altLang="zh-CN" dirty="0"/>
          </a:p>
          <a:p>
            <a:pPr lvl="1"/>
            <a:r>
              <a:rPr lang="zh-CN" altLang="en-US" dirty="0"/>
              <a:t>根据用例模型，主要的用例是：处理销售用例</a:t>
            </a:r>
            <a:endParaRPr lang="en-US" altLang="zh-CN" dirty="0"/>
          </a:p>
          <a:p>
            <a:pPr lvl="1"/>
            <a:r>
              <a:rPr lang="zh-CN" altLang="en-US" dirty="0"/>
              <a:t>根据</a:t>
            </a:r>
            <a:r>
              <a:rPr lang="en-US" altLang="zh-CN" dirty="0"/>
              <a:t>SSD</a:t>
            </a:r>
            <a:r>
              <a:rPr lang="zh-CN" altLang="en-US" dirty="0"/>
              <a:t>得到四个系统事件：</a:t>
            </a:r>
            <a:endParaRPr lang="en-US" altLang="zh-CN" dirty="0"/>
          </a:p>
          <a:p>
            <a:pPr lvl="2"/>
            <a:r>
              <a:rPr lang="en-US" altLang="zh-CN" dirty="0" err="1"/>
              <a:t>makeNewItem</a:t>
            </a:r>
            <a:endParaRPr lang="en-US" altLang="zh-CN" dirty="0"/>
          </a:p>
          <a:p>
            <a:pPr lvl="2"/>
            <a:r>
              <a:rPr lang="en-US" altLang="zh-CN" dirty="0" err="1"/>
              <a:t>enterItem</a:t>
            </a:r>
            <a:endParaRPr lang="en-US" altLang="zh-CN" dirty="0"/>
          </a:p>
          <a:p>
            <a:pPr lvl="2"/>
            <a:r>
              <a:rPr lang="en-US" altLang="zh-CN" dirty="0" err="1"/>
              <a:t>endSale</a:t>
            </a:r>
            <a:endParaRPr lang="en-US" altLang="zh-CN" dirty="0"/>
          </a:p>
          <a:p>
            <a:pPr lvl="2"/>
            <a:r>
              <a:rPr lang="en-US" altLang="zh-CN" dirty="0" err="1"/>
              <a:t>makePayment</a:t>
            </a:r>
            <a:endParaRPr lang="en-US" altLang="zh-CN" dirty="0"/>
          </a:p>
          <a:p>
            <a:pPr>
              <a:lnSpc>
                <a:spcPct val="110000"/>
              </a:lnSpc>
            </a:pPr>
            <a:r>
              <a:rPr lang="zh-CN" altLang="en-US" dirty="0"/>
              <a:t>下一步设计：根据选择的系统架构，使用</a:t>
            </a:r>
            <a:r>
              <a:rPr lang="en-US" altLang="zh-CN" dirty="0"/>
              <a:t>UML</a:t>
            </a:r>
            <a:r>
              <a:rPr lang="zh-CN" altLang="en-US" dirty="0"/>
              <a:t>的交互图，</a:t>
            </a:r>
            <a:r>
              <a:rPr lang="zh-CN" altLang="en-US" dirty="0">
                <a:solidFill>
                  <a:srgbClr val="FF0000"/>
                </a:solidFill>
              </a:rPr>
              <a:t>为该用例的每一个系统事件确定对应的软件对象，并根据操作契约确定对象之间的关系</a:t>
            </a:r>
            <a:br>
              <a:rPr lang="en-US" altLang="zh-CN" dirty="0">
                <a:solidFill>
                  <a:srgbClr val="FFFF00"/>
                </a:solidFill>
              </a:rPr>
            </a:br>
            <a:r>
              <a:rPr lang="en-US" altLang="zh-CN" dirty="0"/>
              <a:t>	</a:t>
            </a:r>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32</a:t>
            </a:fld>
            <a:endParaRPr lang="zh-CN" altLang="en-US" dirty="0"/>
          </a:p>
        </p:txBody>
      </p:sp>
    </p:spTree>
  </p:cSld>
  <p:clrMapOvr>
    <a:masterClrMapping/>
  </p:clrMapOvr>
  <p:transition>
    <p:push/>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POS </a:t>
            </a:r>
            <a:r>
              <a:rPr lang="zh-CN" altLang="en-US" dirty="0"/>
              <a:t>机实例 设计步骤</a:t>
            </a:r>
            <a:r>
              <a:rPr lang="en-US" altLang="zh-CN" dirty="0"/>
              <a:t>_2</a:t>
            </a:r>
            <a:endParaRPr lang="zh-CN" altLang="en-US" dirty="0"/>
          </a:p>
        </p:txBody>
      </p:sp>
      <p:sp>
        <p:nvSpPr>
          <p:cNvPr id="3" name="内容占位符 2"/>
          <p:cNvSpPr>
            <a:spLocks noGrp="1"/>
          </p:cNvSpPr>
          <p:nvPr>
            <p:ph idx="1"/>
          </p:nvPr>
        </p:nvSpPr>
        <p:spPr/>
        <p:txBody>
          <a:bodyPr/>
          <a:lstStyle/>
          <a:p>
            <a:r>
              <a:rPr lang="zh-CN" altLang="en-US" dirty="0"/>
              <a:t>对象设计：</a:t>
            </a:r>
            <a:r>
              <a:rPr lang="en-US" altLang="zh-CN" dirty="0" err="1"/>
              <a:t>makeNewSale</a:t>
            </a:r>
            <a:endParaRPr lang="en-US" altLang="zh-CN" dirty="0"/>
          </a:p>
          <a:p>
            <a:r>
              <a:rPr lang="zh-CN" altLang="en-US" dirty="0"/>
              <a:t>操作契约：</a:t>
            </a:r>
            <a:endParaRPr lang="en-US" altLang="zh-CN" dirty="0"/>
          </a:p>
          <a:p>
            <a:pPr lvl="1"/>
            <a:r>
              <a:rPr lang="zh-CN" altLang="en-US" dirty="0"/>
              <a:t>创建一个</a:t>
            </a:r>
            <a:r>
              <a:rPr lang="en-US" altLang="zh-CN" dirty="0"/>
              <a:t>Sale</a:t>
            </a:r>
            <a:r>
              <a:rPr lang="zh-CN" altLang="en-US" dirty="0"/>
              <a:t>实例</a:t>
            </a:r>
            <a:r>
              <a:rPr lang="en-US" altLang="zh-CN" dirty="0"/>
              <a:t>s</a:t>
            </a:r>
            <a:r>
              <a:rPr lang="zh-CN" altLang="en-US" dirty="0"/>
              <a:t>（实例创建）</a:t>
            </a:r>
          </a:p>
          <a:p>
            <a:pPr lvl="1"/>
            <a:r>
              <a:rPr lang="en-US" altLang="zh-CN" dirty="0"/>
              <a:t>s</a:t>
            </a:r>
            <a:r>
              <a:rPr lang="zh-CN" altLang="en-US" dirty="0"/>
              <a:t>和</a:t>
            </a:r>
            <a:r>
              <a:rPr lang="en-US" altLang="zh-CN" dirty="0"/>
              <a:t>Register</a:t>
            </a:r>
            <a:r>
              <a:rPr lang="zh-CN" altLang="en-US" dirty="0"/>
              <a:t>建立关联（关联形成）</a:t>
            </a:r>
          </a:p>
          <a:p>
            <a:pPr lvl="1"/>
            <a:r>
              <a:rPr lang="zh-CN" altLang="en-US" dirty="0"/>
              <a:t>初始化</a:t>
            </a:r>
            <a:r>
              <a:rPr lang="en-US" altLang="zh-CN" dirty="0"/>
              <a:t>s</a:t>
            </a:r>
            <a:r>
              <a:rPr lang="zh-CN" altLang="en-US" dirty="0"/>
              <a:t>的属性（属性修改）</a:t>
            </a:r>
          </a:p>
          <a:p>
            <a:pPr lvl="1"/>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33</a:t>
            </a:fld>
            <a:endParaRPr lang="zh-CN" altLang="en-US" dirty="0"/>
          </a:p>
        </p:txBody>
      </p:sp>
      <p:sp>
        <p:nvSpPr>
          <p:cNvPr id="7" name="Text Box 21"/>
          <p:cNvSpPr txBox="1">
            <a:spLocks noChangeArrowheads="1"/>
          </p:cNvSpPr>
          <p:nvPr/>
        </p:nvSpPr>
        <p:spPr bwMode="auto">
          <a:xfrm>
            <a:off x="1487488" y="4005064"/>
            <a:ext cx="9759825" cy="1938992"/>
          </a:xfrm>
          <a:prstGeom prst="rect">
            <a:avLst/>
          </a:prstGeom>
          <a:solidFill>
            <a:schemeClr val="bg1">
              <a:lumMod val="95000"/>
            </a:schemeClr>
          </a:solidFill>
          <a:ln w="9525">
            <a:solidFill>
              <a:schemeClr val="tx1"/>
            </a:solidFill>
            <a:miter lim="800000"/>
          </a:ln>
        </p:spPr>
        <p:txBody>
          <a:bodyPr wrap="square">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eaLnBrk="1" hangingPunct="1"/>
            <a:r>
              <a:rPr lang="zh-CN" altLang="en-US" dirty="0">
                <a:latin typeface="微软雅黑" panose="020B0503020204020204" pitchFamily="34" charset="-122"/>
                <a:ea typeface="微软雅黑" panose="020B0503020204020204" pitchFamily="34" charset="-122"/>
              </a:rPr>
              <a:t>问题：如何为系统操作</a:t>
            </a:r>
            <a:r>
              <a:rPr lang="en-US" altLang="zh-CN" dirty="0" err="1">
                <a:latin typeface="微软雅黑" panose="020B0503020204020204" pitchFamily="34" charset="-122"/>
                <a:ea typeface="微软雅黑" panose="020B0503020204020204" pitchFamily="34" charset="-122"/>
              </a:rPr>
              <a:t>makeNewSale</a:t>
            </a:r>
            <a:r>
              <a:rPr lang="zh-CN" altLang="en-US" dirty="0">
                <a:latin typeface="微软雅黑" panose="020B0503020204020204" pitchFamily="34" charset="-122"/>
                <a:ea typeface="微软雅黑" panose="020B0503020204020204" pitchFamily="34" charset="-122"/>
              </a:rPr>
              <a:t>选择控制器</a:t>
            </a:r>
          </a:p>
          <a:p>
            <a:pPr eaLnBrk="1" hangingPunct="1"/>
            <a:r>
              <a:rPr lang="zh-CN" altLang="en-US" dirty="0">
                <a:latin typeface="微软雅黑" panose="020B0503020204020204" pitchFamily="34" charset="-122"/>
                <a:ea typeface="微软雅黑" panose="020B0503020204020204" pitchFamily="34" charset="-122"/>
              </a:rPr>
              <a:t>解决方案： </a:t>
            </a:r>
            <a:r>
              <a:rPr lang="zh-CN" altLang="en-US" dirty="0">
                <a:solidFill>
                  <a:srgbClr val="0000FF"/>
                </a:solidFill>
                <a:latin typeface="微软雅黑" panose="020B0503020204020204" pitchFamily="34" charset="-122"/>
                <a:ea typeface="微软雅黑" panose="020B0503020204020204" pitchFamily="34" charset="-122"/>
              </a:rPr>
              <a:t>根据“控制器”模式，要么使用“外观控制器”， 要么使用“用例控制器”。在本案例中，由于只存在少量的系统操作，为此选用“外观控制器”， 以</a:t>
            </a:r>
            <a:r>
              <a:rPr lang="en-US" altLang="zh-CN" dirty="0">
                <a:solidFill>
                  <a:srgbClr val="0000FF"/>
                </a:solidFill>
                <a:latin typeface="微软雅黑" panose="020B0503020204020204" pitchFamily="34" charset="-122"/>
                <a:ea typeface="微软雅黑" panose="020B0503020204020204" pitchFamily="34" charset="-122"/>
              </a:rPr>
              <a:t>Register</a:t>
            </a:r>
            <a:r>
              <a:rPr lang="zh-CN" altLang="en-US" dirty="0">
                <a:solidFill>
                  <a:srgbClr val="0000FF"/>
                </a:solidFill>
                <a:latin typeface="微软雅黑" panose="020B0503020204020204" pitchFamily="34" charset="-122"/>
                <a:ea typeface="微软雅黑" panose="020B0503020204020204" pitchFamily="34" charset="-122"/>
              </a:rPr>
              <a:t>作为设计模型中的软件对象。</a:t>
            </a:r>
          </a:p>
          <a:p>
            <a:pPr eaLnBrk="1" hangingPunct="1"/>
            <a:r>
              <a:rPr lang="zh-CN" altLang="en-US" dirty="0">
                <a:latin typeface="微软雅黑" panose="020B0503020204020204" pitchFamily="34" charset="-122"/>
                <a:ea typeface="微软雅黑" panose="020B0503020204020204" pitchFamily="34" charset="-122"/>
              </a:rPr>
              <a:t>注意：此时的</a:t>
            </a:r>
            <a:r>
              <a:rPr lang="en-US" altLang="zh-CN" dirty="0">
                <a:latin typeface="微软雅黑" panose="020B0503020204020204" pitchFamily="34" charset="-122"/>
                <a:ea typeface="微软雅黑" panose="020B0503020204020204" pitchFamily="34" charset="-122"/>
              </a:rPr>
              <a:t>Register</a:t>
            </a:r>
            <a:r>
              <a:rPr lang="zh-CN" altLang="en-US" dirty="0">
                <a:latin typeface="微软雅黑" panose="020B0503020204020204" pitchFamily="34" charset="-122"/>
                <a:ea typeface="微软雅黑" panose="020B0503020204020204" pitchFamily="34" charset="-122"/>
              </a:rPr>
              <a:t>已经不再是物理终端设备</a:t>
            </a:r>
            <a:endParaRPr lang="en-US" altLang="zh-CN" sz="1800" dirty="0">
              <a:latin typeface="华文中宋" panose="02010600040101010101" pitchFamily="2" charset="-122"/>
              <a:ea typeface="华文中宋" panose="02010600040101010101" pitchFamily="2" charset="-122"/>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对象设计 </a:t>
            </a:r>
            <a:r>
              <a:rPr lang="en-US" altLang="zh-CN" dirty="0" err="1"/>
              <a:t>MakeNewSale</a:t>
            </a:r>
            <a:r>
              <a:rPr lang="en-US" altLang="zh-CN" dirty="0"/>
              <a:t>()</a:t>
            </a:r>
            <a:endParaRPr lang="zh-CN" altLang="en-US" dirty="0"/>
          </a:p>
        </p:txBody>
      </p:sp>
      <p:sp>
        <p:nvSpPr>
          <p:cNvPr id="3" name="内容占位符 2"/>
          <p:cNvSpPr>
            <a:spLocks noGrp="1"/>
          </p:cNvSpPr>
          <p:nvPr>
            <p:ph idx="1"/>
          </p:nvPr>
        </p:nvSpPr>
        <p:spPr>
          <a:xfrm>
            <a:off x="335361" y="915414"/>
            <a:ext cx="11593284" cy="5261549"/>
          </a:xfrm>
        </p:spPr>
        <p:txBody>
          <a:bodyPr/>
          <a:lstStyle/>
          <a:p>
            <a:r>
              <a:rPr lang="zh-CN" altLang="en-US" dirty="0"/>
              <a:t>设计用例实现过程</a:t>
            </a:r>
            <a:endParaRPr lang="en-US" altLang="zh-CN" dirty="0"/>
          </a:p>
          <a:p>
            <a:pPr lvl="1"/>
            <a:r>
              <a:rPr lang="en-US" altLang="zh-CN" dirty="0"/>
              <a:t>Register </a:t>
            </a:r>
            <a:r>
              <a:rPr lang="zh-CN" altLang="en-US" dirty="0"/>
              <a:t>作为控制器对象接收系统事件 </a:t>
            </a:r>
            <a:r>
              <a:rPr lang="en-US" altLang="zh-CN" dirty="0" err="1"/>
              <a:t>makeNewSale</a:t>
            </a:r>
            <a:endParaRPr lang="en-US" altLang="zh-CN" dirty="0"/>
          </a:p>
          <a:p>
            <a:pPr lvl="1"/>
            <a:r>
              <a:rPr lang="zh-CN" altLang="en-US" dirty="0"/>
              <a:t>根据操作契约的第一条：创建一个</a:t>
            </a:r>
            <a:r>
              <a:rPr lang="en-US" altLang="zh-CN" dirty="0"/>
              <a:t>Sale</a:t>
            </a:r>
            <a:r>
              <a:rPr lang="zh-CN" altLang="en-US" dirty="0"/>
              <a:t>实例</a:t>
            </a:r>
            <a:r>
              <a:rPr lang="en-US" altLang="zh-CN" dirty="0"/>
              <a:t>s</a:t>
            </a:r>
            <a:r>
              <a:rPr lang="zh-CN" altLang="en-US" dirty="0"/>
              <a:t>，则</a:t>
            </a:r>
            <a:r>
              <a:rPr lang="en-US" altLang="zh-CN" dirty="0"/>
              <a:t>Register</a:t>
            </a:r>
            <a:r>
              <a:rPr lang="zh-CN" altLang="en-US" dirty="0"/>
              <a:t>具有创建</a:t>
            </a:r>
            <a:r>
              <a:rPr lang="en-US" altLang="zh-CN" dirty="0"/>
              <a:t>s</a:t>
            </a:r>
            <a:r>
              <a:rPr lang="zh-CN" altLang="en-US" dirty="0"/>
              <a:t>的职责；</a:t>
            </a:r>
            <a:endParaRPr lang="en-US" altLang="zh-CN" dirty="0"/>
          </a:p>
          <a:p>
            <a:pPr lvl="1"/>
            <a:r>
              <a:rPr lang="en-US" altLang="zh-CN" dirty="0"/>
              <a:t>Sale</a:t>
            </a:r>
            <a:r>
              <a:rPr lang="zh-CN" altLang="en-US" dirty="0"/>
              <a:t>实例是</a:t>
            </a:r>
            <a:r>
              <a:rPr lang="en-US" altLang="zh-CN" dirty="0"/>
              <a:t>Register</a:t>
            </a:r>
            <a:r>
              <a:rPr lang="zh-CN" altLang="en-US" dirty="0"/>
              <a:t>创建，则形成了缺省的关联关系；</a:t>
            </a:r>
            <a:endParaRPr lang="en-US" altLang="zh-CN" dirty="0"/>
          </a:p>
          <a:p>
            <a:pPr lvl="1"/>
            <a:r>
              <a:rPr lang="zh-CN" altLang="en-US" dirty="0"/>
              <a:t>操作契约：初始化</a:t>
            </a:r>
            <a:r>
              <a:rPr lang="en-US" altLang="zh-CN" dirty="0"/>
              <a:t>s</a:t>
            </a:r>
            <a:r>
              <a:rPr lang="zh-CN" altLang="en-US" dirty="0"/>
              <a:t>，即该实例能够记录多个销售的商品</a:t>
            </a:r>
            <a:r>
              <a:rPr lang="en-US" altLang="zh-CN" dirty="0" err="1"/>
              <a:t>SalesLineItem</a:t>
            </a:r>
            <a:r>
              <a:rPr lang="zh-CN" altLang="en-US" dirty="0"/>
              <a:t>，根据领域模型的关系</a:t>
            </a:r>
            <a:r>
              <a:rPr lang="en-US" altLang="zh-CN" dirty="0"/>
              <a:t>Sale</a:t>
            </a:r>
            <a:r>
              <a:rPr lang="zh-CN" altLang="en-US" dirty="0"/>
              <a:t>实例负责创建</a:t>
            </a:r>
            <a:r>
              <a:rPr lang="en-US" altLang="zh-CN" dirty="0" err="1"/>
              <a:t>SalesLineItem</a:t>
            </a:r>
            <a:r>
              <a:rPr lang="zh-CN" altLang="en-US" dirty="0"/>
              <a:t>的一个数组或集合；</a:t>
            </a:r>
          </a:p>
        </p:txBody>
      </p:sp>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34</a:t>
            </a:fld>
            <a:endParaRPr lang="zh-CN" altLang="en-US" dirty="0"/>
          </a:p>
        </p:txBody>
      </p:sp>
      <p:pic>
        <p:nvPicPr>
          <p:cNvPr id="8" name="图片 7"/>
          <p:cNvPicPr>
            <a:picLocks noChangeAspect="1"/>
          </p:cNvPicPr>
          <p:nvPr/>
        </p:nvPicPr>
        <p:blipFill>
          <a:blip r:embed="rId2"/>
          <a:stretch>
            <a:fillRect/>
          </a:stretch>
        </p:blipFill>
        <p:spPr>
          <a:xfrm>
            <a:off x="2567608" y="3573016"/>
            <a:ext cx="6679254" cy="2693641"/>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墨迹 6"/>
              <p14:cNvContentPartPr/>
              <p14:nvPr/>
            </p14:nvContentPartPr>
            <p14:xfrm>
              <a:off x="5638800" y="4000500"/>
              <a:ext cx="1587500" cy="819150"/>
            </p14:xfrm>
          </p:contentPart>
        </mc:Choice>
        <mc:Fallback xmlns="">
          <p:pic>
            <p:nvPicPr>
              <p:cNvPr id="7" name="墨迹 6"/>
            </p:nvPicPr>
            <p:blipFill>
              <a:blip r:embed="rId4"/>
            </p:blipFill>
            <p:spPr>
              <a:xfrm>
                <a:off x="5638800" y="4000500"/>
                <a:ext cx="1587500" cy="819150"/>
              </a:xfrm>
              <a:prstGeom prst="rect"/>
            </p:spPr>
          </p:pic>
        </mc:Fallback>
      </mc:AlternateContent>
    </p:spTree>
  </p:cSld>
  <p:clrMapOvr>
    <a:masterClrMapping/>
  </p:clrMapOvr>
  <p:transition>
    <p:push/>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对象设计 </a:t>
            </a:r>
            <a:r>
              <a:rPr lang="en-US" altLang="zh-CN" dirty="0" err="1"/>
              <a:t>enterItem</a:t>
            </a:r>
            <a:r>
              <a:rPr lang="en-US" altLang="zh-CN" dirty="0"/>
              <a:t>()</a:t>
            </a:r>
            <a:endParaRPr lang="zh-CN" altLang="en-US" dirty="0"/>
          </a:p>
        </p:txBody>
      </p:sp>
      <p:sp>
        <p:nvSpPr>
          <p:cNvPr id="3" name="内容占位符 2"/>
          <p:cNvSpPr>
            <a:spLocks noGrp="1"/>
          </p:cNvSpPr>
          <p:nvPr>
            <p:ph idx="1"/>
          </p:nvPr>
        </p:nvSpPr>
        <p:spPr/>
        <p:txBody>
          <a:bodyPr/>
          <a:lstStyle/>
          <a:p>
            <a:r>
              <a:rPr lang="zh-CN" altLang="en-US" dirty="0"/>
              <a:t>操作契约</a:t>
            </a:r>
            <a:endParaRPr lang="en-US" altLang="zh-CN" dirty="0"/>
          </a:p>
          <a:p>
            <a:pPr lvl="1"/>
            <a:r>
              <a:rPr lang="zh-CN" altLang="en-US" dirty="0"/>
              <a:t>创建一个</a:t>
            </a:r>
            <a:r>
              <a:rPr lang="en-US" altLang="zh-CN" dirty="0" err="1"/>
              <a:t>SalesLineItem</a:t>
            </a:r>
            <a:r>
              <a:rPr lang="zh-CN" altLang="en-US" dirty="0"/>
              <a:t>实例</a:t>
            </a:r>
            <a:r>
              <a:rPr lang="en-US" altLang="zh-CN" dirty="0" err="1"/>
              <a:t>sli</a:t>
            </a:r>
            <a:r>
              <a:rPr lang="zh-CN" altLang="en-US" dirty="0"/>
              <a:t>（实例创建）</a:t>
            </a:r>
          </a:p>
          <a:p>
            <a:pPr lvl="1"/>
            <a:r>
              <a:rPr lang="en-US" altLang="zh-CN" dirty="0" err="1"/>
              <a:t>sli</a:t>
            </a:r>
            <a:r>
              <a:rPr lang="zh-CN" altLang="en-US" dirty="0"/>
              <a:t>和当前的</a:t>
            </a:r>
            <a:r>
              <a:rPr lang="en-US" altLang="zh-CN" dirty="0"/>
              <a:t>Sale</a:t>
            </a:r>
            <a:r>
              <a:rPr lang="zh-CN" altLang="en-US" dirty="0"/>
              <a:t>建立关联（关联形成）</a:t>
            </a:r>
          </a:p>
          <a:p>
            <a:pPr lvl="1"/>
            <a:r>
              <a:rPr lang="en-US" altLang="zh-CN" dirty="0" err="1"/>
              <a:t>sli.quantity</a:t>
            </a:r>
            <a:r>
              <a:rPr lang="zh-CN" altLang="en-US" dirty="0"/>
              <a:t>变成参数</a:t>
            </a:r>
            <a:r>
              <a:rPr lang="en-US" altLang="zh-CN" dirty="0"/>
              <a:t>quantity</a:t>
            </a:r>
            <a:r>
              <a:rPr lang="zh-CN" altLang="en-US" dirty="0"/>
              <a:t>（属性修改）</a:t>
            </a:r>
          </a:p>
          <a:p>
            <a:pPr lvl="1"/>
            <a:r>
              <a:rPr lang="zh-CN" altLang="en-US" dirty="0"/>
              <a:t>实例</a:t>
            </a:r>
            <a:r>
              <a:rPr lang="en-US" altLang="zh-CN" dirty="0" err="1"/>
              <a:t>sli</a:t>
            </a:r>
            <a:r>
              <a:rPr lang="zh-CN" altLang="en-US" dirty="0"/>
              <a:t>在</a:t>
            </a:r>
            <a:r>
              <a:rPr lang="en-US" altLang="zh-CN" dirty="0" err="1"/>
              <a:t>itemID</a:t>
            </a:r>
            <a:r>
              <a:rPr lang="zh-CN" altLang="en-US" dirty="0"/>
              <a:t>匹配的基础上与</a:t>
            </a:r>
            <a:r>
              <a:rPr lang="en-US" altLang="zh-CN" dirty="0" err="1"/>
              <a:t>ProductSpecification</a:t>
            </a:r>
            <a:r>
              <a:rPr lang="zh-CN" altLang="en-US" dirty="0"/>
              <a:t>建立关联（关联形成）</a:t>
            </a:r>
          </a:p>
          <a:p>
            <a:pPr lvl="1"/>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35</a:t>
            </a:fld>
            <a:endParaRPr lang="zh-CN" altLang="en-US" dirty="0"/>
          </a:p>
        </p:txBody>
      </p:sp>
      <p:sp>
        <p:nvSpPr>
          <p:cNvPr id="7" name="Text Box 22"/>
          <p:cNvSpPr txBox="1">
            <a:spLocks noChangeArrowheads="1"/>
          </p:cNvSpPr>
          <p:nvPr/>
        </p:nvSpPr>
        <p:spPr bwMode="auto">
          <a:xfrm>
            <a:off x="1744992" y="4077072"/>
            <a:ext cx="5598007" cy="156966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eaLnBrk="1" hangingPunct="1"/>
            <a:r>
              <a:rPr lang="zh-CN" altLang="en-US" dirty="0">
                <a:latin typeface="微软雅黑" panose="020B0503020204020204" pitchFamily="34" charset="-122"/>
                <a:ea typeface="微软雅黑" panose="020B0503020204020204" pitchFamily="34" charset="-122"/>
              </a:rPr>
              <a:t>问题</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：控制器类的选择</a:t>
            </a:r>
          </a:p>
          <a:p>
            <a:pPr eaLnBrk="1" hangingPunct="1"/>
            <a:r>
              <a:rPr lang="zh-CN" altLang="en-US" dirty="0">
                <a:latin typeface="微软雅黑" panose="020B0503020204020204" pitchFamily="34" charset="-122"/>
                <a:ea typeface="微软雅黑" panose="020B0503020204020204" pitchFamily="34" charset="-122"/>
              </a:rPr>
              <a:t>问题</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：是否要显示商品的描述和价格？</a:t>
            </a:r>
          </a:p>
          <a:p>
            <a:pPr eaLnBrk="1" hangingPunct="1"/>
            <a:r>
              <a:rPr lang="zh-CN" altLang="en-US" dirty="0">
                <a:latin typeface="微软雅黑" panose="020B0503020204020204" pitchFamily="34" charset="-122"/>
                <a:ea typeface="微软雅黑" panose="020B0503020204020204" pitchFamily="34" charset="-122"/>
              </a:rPr>
              <a:t>问题</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：创建新的</a:t>
            </a:r>
            <a:r>
              <a:rPr lang="en-US" altLang="zh-CN" dirty="0" err="1">
                <a:latin typeface="微软雅黑" panose="020B0503020204020204" pitchFamily="34" charset="-122"/>
                <a:ea typeface="微软雅黑" panose="020B0503020204020204" pitchFamily="34" charset="-122"/>
              </a:rPr>
              <a:t>SaleLineItem</a:t>
            </a:r>
            <a:endParaRPr lang="en-US" altLang="zh-CN" dirty="0">
              <a:latin typeface="微软雅黑" panose="020B0503020204020204" pitchFamily="34" charset="-122"/>
              <a:ea typeface="微软雅黑" panose="020B0503020204020204" pitchFamily="34" charset="-122"/>
            </a:endParaRPr>
          </a:p>
          <a:p>
            <a:pPr eaLnBrk="1" hangingPunct="1"/>
            <a:r>
              <a:rPr lang="zh-CN" altLang="en-US" dirty="0">
                <a:latin typeface="微软雅黑" panose="020B0503020204020204" pitchFamily="34" charset="-122"/>
                <a:ea typeface="微软雅黑" panose="020B0503020204020204" pitchFamily="34" charset="-122"/>
              </a:rPr>
              <a:t>问题</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：寻找</a:t>
            </a:r>
            <a:r>
              <a:rPr lang="en-US" altLang="zh-CN" dirty="0" err="1">
                <a:latin typeface="微软雅黑" panose="020B0503020204020204" pitchFamily="34" charset="-122"/>
                <a:ea typeface="微软雅黑" panose="020B0503020204020204" pitchFamily="34" charset="-122"/>
              </a:rPr>
              <a:t>ProductDescription</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对象设计 </a:t>
            </a:r>
            <a:r>
              <a:rPr lang="en-US" altLang="zh-CN" dirty="0" err="1"/>
              <a:t>enterItem</a:t>
            </a:r>
            <a:r>
              <a:rPr lang="en-US" altLang="zh-CN" dirty="0"/>
              <a:t>()</a:t>
            </a:r>
            <a:endParaRPr lang="zh-CN" altLang="en-US" dirty="0"/>
          </a:p>
        </p:txBody>
      </p:sp>
      <p:sp>
        <p:nvSpPr>
          <p:cNvPr id="3" name="内容占位符 2"/>
          <p:cNvSpPr>
            <a:spLocks noGrp="1"/>
          </p:cNvSpPr>
          <p:nvPr>
            <p:ph idx="1"/>
          </p:nvPr>
        </p:nvSpPr>
        <p:spPr/>
        <p:txBody>
          <a:bodyPr/>
          <a:lstStyle/>
          <a:p>
            <a:r>
              <a:rPr lang="zh-CN" altLang="en-US" dirty="0"/>
              <a:t>问题</a:t>
            </a:r>
            <a:r>
              <a:rPr lang="en-US" altLang="zh-CN" dirty="0"/>
              <a:t>_1</a:t>
            </a:r>
            <a:r>
              <a:rPr lang="zh-CN" altLang="en-US" dirty="0"/>
              <a:t>：该系统事件属于同一个用例，为此控制器对象无论是外观还是用例控制器，都应该是</a:t>
            </a:r>
            <a:r>
              <a:rPr lang="en-US" altLang="zh-CN" dirty="0"/>
              <a:t>Register</a:t>
            </a:r>
            <a:r>
              <a:rPr lang="zh-CN" altLang="en-US" dirty="0"/>
              <a:t>；</a:t>
            </a:r>
            <a:endParaRPr lang="en-US" altLang="zh-CN" dirty="0"/>
          </a:p>
          <a:p>
            <a:r>
              <a:rPr lang="zh-CN" altLang="en-US" dirty="0"/>
              <a:t>问题</a:t>
            </a:r>
            <a:r>
              <a:rPr lang="en-US" altLang="zh-CN" dirty="0"/>
              <a:t>_2</a:t>
            </a:r>
            <a:r>
              <a:rPr lang="zh-CN" altLang="en-US" dirty="0"/>
              <a:t>：显然是需要在扫描物品时根据物品</a:t>
            </a:r>
            <a:r>
              <a:rPr lang="en-US" altLang="zh-CN" dirty="0"/>
              <a:t>id</a:t>
            </a:r>
            <a:r>
              <a:rPr lang="zh-CN" altLang="en-US" dirty="0"/>
              <a:t>找到对应的物品信息，关键问题是哪个对象负责查找？</a:t>
            </a:r>
            <a:endParaRPr lang="en-US" altLang="zh-CN" dirty="0"/>
          </a:p>
          <a:p>
            <a:pPr lvl="1"/>
            <a:r>
              <a:rPr lang="zh-CN" altLang="en-US" dirty="0"/>
              <a:t>方案一：</a:t>
            </a:r>
            <a:r>
              <a:rPr lang="en-US" altLang="zh-CN" dirty="0"/>
              <a:t>Register</a:t>
            </a:r>
          </a:p>
          <a:p>
            <a:pPr lvl="1"/>
            <a:r>
              <a:rPr lang="zh-CN" altLang="en-US" dirty="0"/>
              <a:t>方案二：</a:t>
            </a:r>
            <a:r>
              <a:rPr lang="en-US" altLang="zh-CN" dirty="0"/>
              <a:t>Sale</a:t>
            </a:r>
          </a:p>
          <a:p>
            <a:r>
              <a:rPr lang="zh-CN" altLang="en-US" dirty="0"/>
              <a:t>问题</a:t>
            </a:r>
            <a:r>
              <a:rPr lang="en-US" altLang="zh-CN" dirty="0"/>
              <a:t>_3</a:t>
            </a:r>
            <a:r>
              <a:rPr lang="zh-CN" altLang="en-US" dirty="0"/>
              <a:t>：根据领域模型可以确定是</a:t>
            </a:r>
            <a:r>
              <a:rPr lang="en-US" altLang="zh-CN" dirty="0"/>
              <a:t>Sale</a:t>
            </a:r>
            <a:r>
              <a:rPr lang="zh-CN" altLang="en-US" dirty="0"/>
              <a:t>对象负责创建</a:t>
            </a:r>
            <a:r>
              <a:rPr lang="en-US" altLang="zh-CN" dirty="0" err="1"/>
              <a:t>SalesLineItem</a:t>
            </a:r>
            <a:r>
              <a:rPr lang="zh-CN" altLang="en-US" dirty="0"/>
              <a:t>实例</a:t>
            </a:r>
            <a:r>
              <a:rPr lang="en-US" altLang="zh-CN" dirty="0" err="1"/>
              <a:t>sli</a:t>
            </a:r>
            <a:r>
              <a:rPr lang="zh-CN" altLang="en-US" dirty="0"/>
              <a:t>；</a:t>
            </a:r>
            <a:endParaRPr lang="en-US" altLang="zh-CN" dirty="0"/>
          </a:p>
          <a:p>
            <a:r>
              <a:rPr lang="zh-CN" altLang="en-US" dirty="0"/>
              <a:t>问题</a:t>
            </a:r>
            <a:r>
              <a:rPr lang="en-US" altLang="zh-CN" dirty="0"/>
              <a:t>_4</a:t>
            </a:r>
            <a:r>
              <a:rPr lang="zh-CN" altLang="en-US" dirty="0"/>
              <a:t>：根据领域模型可知</a:t>
            </a:r>
            <a:r>
              <a:rPr lang="en-US" altLang="zh-CN" dirty="0" err="1"/>
              <a:t>ProductCatalog</a:t>
            </a:r>
            <a:r>
              <a:rPr lang="zh-CN" altLang="en-US" dirty="0"/>
              <a:t>与</a:t>
            </a:r>
            <a:r>
              <a:rPr lang="en-US" altLang="zh-CN" dirty="0" err="1"/>
              <a:t>ProductDescription</a:t>
            </a:r>
            <a:r>
              <a:rPr lang="zh-CN" altLang="en-US" dirty="0"/>
              <a:t>相关联</a:t>
            </a:r>
          </a:p>
        </p:txBody>
      </p:sp>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36</a:t>
            </a:fld>
            <a:endParaRPr lang="zh-CN" altLang="en-US" dirty="0"/>
          </a:p>
        </p:txBody>
      </p:sp>
    </p:spTree>
  </p:cSld>
  <p:clrMapOvr>
    <a:masterClrMapping/>
  </p:clrMapOvr>
  <p:transition>
    <p:push/>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方案一：</a:t>
            </a:r>
            <a:r>
              <a:rPr lang="en-US" altLang="zh-CN" dirty="0" err="1"/>
              <a:t>enterItem</a:t>
            </a:r>
            <a:r>
              <a:rPr lang="en-US" altLang="zh-CN" dirty="0"/>
              <a:t>()</a:t>
            </a:r>
            <a:r>
              <a:rPr lang="zh-CN" altLang="en-US" dirty="0"/>
              <a:t>交互图</a:t>
            </a:r>
          </a:p>
        </p:txBody>
      </p:sp>
      <p:sp>
        <p:nvSpPr>
          <p:cNvPr id="3" name="内容占位符 2"/>
          <p:cNvSpPr>
            <a:spLocks noGrp="1"/>
          </p:cNvSpPr>
          <p:nvPr>
            <p:ph idx="1"/>
          </p:nvPr>
        </p:nvSpPr>
        <p:spPr>
          <a:xfrm>
            <a:off x="335361" y="4869161"/>
            <a:ext cx="11593284" cy="1307802"/>
          </a:xfrm>
        </p:spPr>
        <p:txBody>
          <a:bodyPr/>
          <a:lstStyle/>
          <a:p>
            <a:r>
              <a:rPr lang="zh-CN" altLang="en-US" dirty="0"/>
              <a:t>如果是方案二？</a:t>
            </a:r>
            <a:endParaRPr lang="en-US" altLang="zh-CN" dirty="0"/>
          </a:p>
          <a:p>
            <a:r>
              <a:rPr lang="zh-CN" altLang="en-US" dirty="0"/>
              <a:t>如果不使用数据对象</a:t>
            </a:r>
            <a:r>
              <a:rPr lang="en-US" altLang="zh-CN" dirty="0"/>
              <a:t>list</a:t>
            </a:r>
            <a:r>
              <a:rPr lang="zh-CN" altLang="en-US" dirty="0"/>
              <a:t>，而改用循环片段该如何表示？</a:t>
            </a:r>
          </a:p>
        </p:txBody>
      </p:sp>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37</a:t>
            </a:fld>
            <a:endParaRPr lang="zh-CN" altLang="en-US" dirty="0"/>
          </a:p>
        </p:txBody>
      </p:sp>
      <p:pic>
        <p:nvPicPr>
          <p:cNvPr id="7" name="图片 6"/>
          <p:cNvPicPr>
            <a:picLocks noChangeAspect="1"/>
          </p:cNvPicPr>
          <p:nvPr/>
        </p:nvPicPr>
        <p:blipFill>
          <a:blip r:embed="rId2"/>
          <a:stretch>
            <a:fillRect/>
          </a:stretch>
        </p:blipFill>
        <p:spPr>
          <a:xfrm>
            <a:off x="361369" y="1006998"/>
            <a:ext cx="11567276" cy="3520033"/>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墨迹 7"/>
              <p14:cNvContentPartPr/>
              <p14:nvPr/>
            </p14:nvContentPartPr>
            <p14:xfrm>
              <a:off x="7366000" y="927100"/>
              <a:ext cx="1333500" cy="723900"/>
            </p14:xfrm>
          </p:contentPart>
        </mc:Choice>
        <mc:Fallback xmlns="">
          <p:pic>
            <p:nvPicPr>
              <p:cNvPr id="8" name="墨迹 7"/>
            </p:nvPicPr>
            <p:blipFill>
              <a:blip r:embed="rId4"/>
            </p:blipFill>
            <p:spPr>
              <a:xfrm>
                <a:off x="7366000" y="927100"/>
                <a:ext cx="1333500" cy="723900"/>
              </a:xfrm>
              <a:prstGeom prst="rect"/>
            </p:spPr>
          </p:pic>
        </mc:Fallback>
      </mc:AlternateContent>
      <mc:AlternateContent xmlns:mc="http://schemas.openxmlformats.org/markup-compatibility/2006" xmlns:p14="http://schemas.microsoft.com/office/powerpoint/2010/main">
        <mc:Choice Requires="p14">
          <p:contentPart p14:bwMode="auto" r:id="rId5">
            <p14:nvContentPartPr>
              <p14:cNvPr id="9" name="墨迹 8"/>
              <p14:cNvContentPartPr/>
              <p14:nvPr/>
            </p14:nvContentPartPr>
            <p14:xfrm>
              <a:off x="298450" y="4622800"/>
              <a:ext cx="2800350" cy="914400"/>
            </p14:xfrm>
          </p:contentPart>
        </mc:Choice>
        <mc:Fallback xmlns="">
          <p:pic>
            <p:nvPicPr>
              <p:cNvPr id="9" name="墨迹 8"/>
            </p:nvPicPr>
            <p:blipFill>
              <a:blip r:embed="rId6"/>
            </p:blipFill>
            <p:spPr>
              <a:xfrm>
                <a:off x="298450" y="4622800"/>
                <a:ext cx="2800350" cy="914400"/>
              </a:xfrm>
              <a:prstGeom prst="rect"/>
            </p:spPr>
          </p:pic>
        </mc:Fallback>
      </mc:AlternateContent>
    </p:spTree>
  </p:cSld>
  <p:clrMapOvr>
    <a:masterClrMapping/>
  </p:clrMapOvr>
  <p:transition>
    <p:push/>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对象设计</a:t>
            </a:r>
            <a:r>
              <a:rPr lang="en-US" altLang="zh-CN" dirty="0" err="1"/>
              <a:t>endSale</a:t>
            </a:r>
            <a:r>
              <a:rPr lang="en-US" altLang="zh-CN" dirty="0"/>
              <a:t>()</a:t>
            </a:r>
            <a:endParaRPr lang="zh-CN" altLang="en-US" dirty="0"/>
          </a:p>
        </p:txBody>
      </p:sp>
      <p:sp>
        <p:nvSpPr>
          <p:cNvPr id="3" name="内容占位符 2"/>
          <p:cNvSpPr>
            <a:spLocks noGrp="1"/>
          </p:cNvSpPr>
          <p:nvPr>
            <p:ph idx="1"/>
          </p:nvPr>
        </p:nvSpPr>
        <p:spPr/>
        <p:txBody>
          <a:bodyPr/>
          <a:lstStyle/>
          <a:p>
            <a:r>
              <a:rPr lang="zh-CN" altLang="en-US" dirty="0"/>
              <a:t>操作契约</a:t>
            </a:r>
            <a:endParaRPr lang="en-US" altLang="zh-CN" dirty="0"/>
          </a:p>
          <a:p>
            <a:pPr lvl="1"/>
            <a:r>
              <a:rPr lang="en-US" altLang="zh-CN" dirty="0"/>
              <a:t>s</a:t>
            </a:r>
            <a:r>
              <a:rPr lang="zh-CN" altLang="en-US" dirty="0"/>
              <a:t>的属性 </a:t>
            </a:r>
            <a:r>
              <a:rPr lang="en-US" altLang="zh-CN" dirty="0" err="1"/>
              <a:t>isComplete</a:t>
            </a:r>
            <a:r>
              <a:rPr lang="en-US" altLang="zh-CN" dirty="0"/>
              <a:t> </a:t>
            </a:r>
            <a:r>
              <a:rPr lang="zh-CN" altLang="en-US" dirty="0"/>
              <a:t>被修改 </a:t>
            </a:r>
            <a:r>
              <a:rPr lang="en-US" altLang="zh-CN" dirty="0"/>
              <a:t>= true</a:t>
            </a:r>
            <a:r>
              <a:rPr lang="zh-CN" altLang="en-US" dirty="0"/>
              <a:t>；</a:t>
            </a:r>
            <a:endParaRPr lang="en-US" altLang="zh-CN" dirty="0"/>
          </a:p>
          <a:p>
            <a:pPr lvl="1"/>
            <a:r>
              <a:rPr lang="zh-CN" altLang="en-US" dirty="0">
                <a:solidFill>
                  <a:srgbClr val="FF0000"/>
                </a:solidFill>
              </a:rPr>
              <a:t>操作契约不完整，需要完善！</a:t>
            </a:r>
            <a:endParaRPr lang="en-US" altLang="zh-CN" dirty="0">
              <a:solidFill>
                <a:srgbClr val="FF0000"/>
              </a:solidFill>
            </a:endParaRPr>
          </a:p>
          <a:p>
            <a:pPr lvl="1"/>
            <a:r>
              <a:rPr lang="zh-CN" altLang="en-US" dirty="0">
                <a:solidFill>
                  <a:srgbClr val="FF0000"/>
                </a:solidFill>
              </a:rPr>
              <a:t>意味着</a:t>
            </a:r>
            <a:r>
              <a:rPr lang="en-US" altLang="zh-CN" dirty="0">
                <a:solidFill>
                  <a:srgbClr val="FF0000"/>
                </a:solidFill>
              </a:rPr>
              <a:t>s </a:t>
            </a:r>
            <a:r>
              <a:rPr lang="zh-CN" altLang="en-US" dirty="0">
                <a:solidFill>
                  <a:srgbClr val="FF0000"/>
                </a:solidFill>
              </a:rPr>
              <a:t>需要进行本次销售金额的计算</a:t>
            </a:r>
            <a:r>
              <a:rPr lang="zh-CN" altLang="en-US" dirty="0"/>
              <a:t>：</a:t>
            </a:r>
            <a:r>
              <a:rPr lang="en-US" altLang="zh-CN" dirty="0"/>
              <a:t>total = sum(subtotal=price*</a:t>
            </a:r>
            <a:r>
              <a:rPr lang="en-US" altLang="zh-CN" dirty="0" err="1"/>
              <a:t>qty</a:t>
            </a:r>
            <a:r>
              <a:rPr lang="en-US" altLang="zh-CN" dirty="0"/>
              <a:t>)</a:t>
            </a:r>
            <a:r>
              <a:rPr lang="zh-CN" altLang="en-US" dirty="0"/>
              <a:t>；</a:t>
            </a:r>
            <a:endParaRPr lang="en-US" altLang="zh-CN" dirty="0"/>
          </a:p>
          <a:p>
            <a:r>
              <a:rPr lang="zh-CN" altLang="en-US" dirty="0"/>
              <a:t>问题</a:t>
            </a:r>
            <a:r>
              <a:rPr lang="en-US" altLang="zh-CN" dirty="0"/>
              <a:t>1</a:t>
            </a:r>
            <a:r>
              <a:rPr lang="zh-CN" altLang="en-US" dirty="0"/>
              <a:t>：控制器对象？</a:t>
            </a:r>
            <a:endParaRPr lang="en-US" altLang="zh-CN" dirty="0"/>
          </a:p>
          <a:p>
            <a:r>
              <a:rPr lang="zh-CN" altLang="en-US" dirty="0"/>
              <a:t>问题</a:t>
            </a:r>
            <a:r>
              <a:rPr lang="en-US" altLang="zh-CN" dirty="0"/>
              <a:t>2</a:t>
            </a:r>
            <a:r>
              <a:rPr lang="zh-CN" altLang="en-US" dirty="0"/>
              <a:t>：哪个对象具有计算本次销售的金额（</a:t>
            </a:r>
            <a:r>
              <a:rPr lang="en-US" altLang="zh-CN" dirty="0"/>
              <a:t>total</a:t>
            </a:r>
            <a:r>
              <a:rPr lang="zh-CN" altLang="en-US" dirty="0"/>
              <a:t>）的职责？</a:t>
            </a:r>
            <a:endParaRPr lang="en-US" altLang="zh-CN" dirty="0"/>
          </a:p>
          <a:p>
            <a:r>
              <a:rPr lang="zh-CN" altLang="en-US" dirty="0"/>
              <a:t>问题</a:t>
            </a:r>
            <a:r>
              <a:rPr lang="en-US" altLang="zh-CN" dirty="0"/>
              <a:t>3</a:t>
            </a:r>
            <a:r>
              <a:rPr lang="zh-CN" altLang="en-US" dirty="0"/>
              <a:t>：哪个对象具有计算每种商品的销售金额（</a:t>
            </a:r>
            <a:r>
              <a:rPr lang="en-US" altLang="zh-CN" dirty="0"/>
              <a:t>subtotal</a:t>
            </a:r>
            <a:r>
              <a:rPr lang="zh-CN" altLang="en-US" dirty="0"/>
              <a:t>）的职责？</a:t>
            </a:r>
            <a:endParaRPr lang="en-US" altLang="zh-CN" dirty="0"/>
          </a:p>
          <a:p>
            <a:r>
              <a:rPr lang="zh-CN" altLang="en-US" dirty="0"/>
              <a:t>问题</a:t>
            </a:r>
            <a:r>
              <a:rPr lang="en-US" altLang="zh-CN" dirty="0"/>
              <a:t>4</a:t>
            </a:r>
            <a:r>
              <a:rPr lang="zh-CN" altLang="en-US" dirty="0"/>
              <a:t>：哪个对象具有每个</a:t>
            </a:r>
            <a:r>
              <a:rPr lang="en-US" altLang="zh-CN" dirty="0" err="1"/>
              <a:t>saleLineItem</a:t>
            </a:r>
            <a:r>
              <a:rPr lang="zh-CN" altLang="en-US" dirty="0"/>
              <a:t>的价格信息（</a:t>
            </a:r>
            <a:r>
              <a:rPr lang="en-US" altLang="zh-CN" dirty="0"/>
              <a:t>price</a:t>
            </a:r>
            <a:r>
              <a:rPr lang="zh-CN" altLang="en-US" dirty="0"/>
              <a:t>）？</a:t>
            </a:r>
            <a:endParaRPr lang="en-US" altLang="zh-CN" dirty="0"/>
          </a:p>
          <a:p>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38</a:t>
            </a:fld>
            <a:endParaRPr lang="zh-CN" altLang="en-US" dirty="0"/>
          </a:p>
        </p:txBody>
      </p:sp>
      <mc:AlternateContent xmlns:mc="http://schemas.openxmlformats.org/markup-compatibility/2006" xmlns:p14="http://schemas.microsoft.com/office/powerpoint/2010/main">
        <mc:Choice Requires="p14">
          <p:contentPart p14:bwMode="auto" r:id="rId2">
            <p14:nvContentPartPr>
              <p14:cNvPr id="7" name="墨迹 6"/>
              <p14:cNvContentPartPr/>
              <p14:nvPr/>
            </p14:nvContentPartPr>
            <p14:xfrm>
              <a:off x="679450" y="2057400"/>
              <a:ext cx="4222750" cy="565150"/>
            </p14:xfrm>
          </p:contentPart>
        </mc:Choice>
        <mc:Fallback xmlns="">
          <p:pic>
            <p:nvPicPr>
              <p:cNvPr id="7" name="墨迹 6"/>
            </p:nvPicPr>
            <p:blipFill>
              <a:blip r:embed="rId3"/>
            </p:blipFill>
            <p:spPr>
              <a:xfrm>
                <a:off x="679450" y="2057400"/>
                <a:ext cx="4222750" cy="56515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8" name="墨迹 7"/>
              <p14:cNvContentPartPr/>
              <p14:nvPr/>
            </p14:nvContentPartPr>
            <p14:xfrm>
              <a:off x="742950" y="2044700"/>
              <a:ext cx="5086350" cy="76200"/>
            </p14:xfrm>
          </p:contentPart>
        </mc:Choice>
        <mc:Fallback xmlns="">
          <p:pic>
            <p:nvPicPr>
              <p:cNvPr id="8" name="墨迹 7"/>
            </p:nvPicPr>
            <p:blipFill>
              <a:blip r:embed="rId5"/>
            </p:blipFill>
            <p:spPr>
              <a:xfrm>
                <a:off x="742950" y="2044700"/>
                <a:ext cx="5086350" cy="7620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9" name="墨迹 8"/>
              <p14:cNvContentPartPr/>
              <p14:nvPr/>
            </p14:nvContentPartPr>
            <p14:xfrm>
              <a:off x="9874250" y="711200"/>
              <a:ext cx="1841500" cy="88900"/>
            </p14:xfrm>
          </p:contentPart>
        </mc:Choice>
        <mc:Fallback xmlns="">
          <p:pic>
            <p:nvPicPr>
              <p:cNvPr id="9" name="墨迹 8"/>
            </p:nvPicPr>
            <p:blipFill>
              <a:blip r:embed="rId7"/>
            </p:blipFill>
            <p:spPr>
              <a:xfrm>
                <a:off x="9874250" y="711200"/>
                <a:ext cx="1841500" cy="88900"/>
              </a:xfrm>
              <a:prstGeom prst="rect"/>
            </p:spPr>
          </p:pic>
        </mc:Fallback>
      </mc:AlternateContent>
      <mc:AlternateContent xmlns:mc="http://schemas.openxmlformats.org/markup-compatibility/2006" xmlns:p14="http://schemas.microsoft.com/office/powerpoint/2010/main">
        <mc:Choice Requires="p14">
          <p:contentPart p14:bwMode="auto" r:id="rId8">
            <p14:nvContentPartPr>
              <p14:cNvPr id="10" name="墨迹 9"/>
              <p14:cNvContentPartPr/>
              <p14:nvPr/>
            </p14:nvContentPartPr>
            <p14:xfrm>
              <a:off x="5791200" y="2584450"/>
              <a:ext cx="793750" cy="431800"/>
            </p14:xfrm>
          </p:contentPart>
        </mc:Choice>
        <mc:Fallback xmlns="">
          <p:pic>
            <p:nvPicPr>
              <p:cNvPr id="10" name="墨迹 9"/>
            </p:nvPicPr>
            <p:blipFill>
              <a:blip r:embed="rId9"/>
            </p:blipFill>
            <p:spPr>
              <a:xfrm>
                <a:off x="5791200" y="2584450"/>
                <a:ext cx="793750" cy="431800"/>
              </a:xfrm>
              <a:prstGeom prst="rect"/>
            </p:spPr>
          </p:pic>
        </mc:Fallback>
      </mc:AlternateContent>
      <mc:AlternateContent xmlns:mc="http://schemas.openxmlformats.org/markup-compatibility/2006" xmlns:p14="http://schemas.microsoft.com/office/powerpoint/2010/main">
        <mc:Choice Requires="p14">
          <p:contentPart p14:bwMode="auto" r:id="rId10">
            <p14:nvContentPartPr>
              <p14:cNvPr id="11" name="墨迹 10"/>
              <p14:cNvContentPartPr/>
              <p14:nvPr/>
            </p14:nvContentPartPr>
            <p14:xfrm>
              <a:off x="6845300" y="2990850"/>
              <a:ext cx="3651250" cy="107950"/>
            </p14:xfrm>
          </p:contentPart>
        </mc:Choice>
        <mc:Fallback xmlns="">
          <p:pic>
            <p:nvPicPr>
              <p:cNvPr id="11" name="墨迹 10"/>
            </p:nvPicPr>
            <p:blipFill>
              <a:blip r:embed="rId11"/>
            </p:blipFill>
            <p:spPr>
              <a:xfrm>
                <a:off x="6845300" y="2990850"/>
                <a:ext cx="3651250" cy="107950"/>
              </a:xfrm>
              <a:prstGeom prst="rect"/>
            </p:spPr>
          </p:pic>
        </mc:Fallback>
      </mc:AlternateContent>
    </p:spTree>
  </p:cSld>
  <p:clrMapOvr>
    <a:masterClrMapping/>
  </p:clrMapOvr>
  <p:transition>
    <p:push/>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endSale</a:t>
            </a:r>
            <a:r>
              <a:rPr lang="en-US" altLang="zh-CN" dirty="0"/>
              <a:t>()</a:t>
            </a:r>
            <a:r>
              <a:rPr lang="zh-CN" altLang="en-US" dirty="0"/>
              <a:t>交互图</a:t>
            </a:r>
          </a:p>
        </p:txBody>
      </p:sp>
      <p:sp>
        <p:nvSpPr>
          <p:cNvPr id="3" name="内容占位符 2"/>
          <p:cNvSpPr>
            <a:spLocks noGrp="1"/>
          </p:cNvSpPr>
          <p:nvPr>
            <p:ph idx="1"/>
          </p:nvPr>
        </p:nvSpPr>
        <p:spPr>
          <a:xfrm>
            <a:off x="335361" y="5180394"/>
            <a:ext cx="11593284" cy="996568"/>
          </a:xfrm>
        </p:spPr>
        <p:txBody>
          <a:bodyPr/>
          <a:lstStyle/>
          <a:p>
            <a:r>
              <a:rPr lang="zh-CN" altLang="en-US" dirty="0"/>
              <a:t>如果是方案二，此时的交互图应该是？</a:t>
            </a:r>
          </a:p>
        </p:txBody>
      </p:sp>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39</a:t>
            </a:fld>
            <a:endParaRPr lang="zh-CN" altLang="en-US" dirty="0"/>
          </a:p>
        </p:txBody>
      </p:sp>
      <p:pic>
        <p:nvPicPr>
          <p:cNvPr id="7" name="图片 6"/>
          <p:cNvPicPr>
            <a:picLocks noChangeAspect="1"/>
          </p:cNvPicPr>
          <p:nvPr/>
        </p:nvPicPr>
        <p:blipFill>
          <a:blip r:embed="rId2"/>
          <a:stretch>
            <a:fillRect/>
          </a:stretch>
        </p:blipFill>
        <p:spPr>
          <a:xfrm>
            <a:off x="1343472" y="1005109"/>
            <a:ext cx="9527579" cy="3995896"/>
          </a:xfrm>
          <a:prstGeom prst="rect">
            <a:avLst/>
          </a:prstGeom>
        </p:spPr>
      </p:pic>
    </p:spTree>
  </p:cSld>
  <p:clrMapOvr>
    <a:masterClrMapping/>
  </p:clrMapOvr>
  <p:transition>
    <p:push/>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对象设计</a:t>
            </a:r>
            <a:r>
              <a:rPr lang="en-US" altLang="zh-CN" dirty="0" err="1"/>
              <a:t>makePayment</a:t>
            </a:r>
            <a:r>
              <a:rPr lang="en-US" altLang="zh-CN" dirty="0"/>
              <a:t>()</a:t>
            </a:r>
            <a:endParaRPr lang="zh-CN" altLang="en-US" dirty="0"/>
          </a:p>
        </p:txBody>
      </p:sp>
      <p:sp>
        <p:nvSpPr>
          <p:cNvPr id="3" name="内容占位符 2"/>
          <p:cNvSpPr>
            <a:spLocks noGrp="1"/>
          </p:cNvSpPr>
          <p:nvPr>
            <p:ph idx="1"/>
          </p:nvPr>
        </p:nvSpPr>
        <p:spPr/>
        <p:txBody>
          <a:bodyPr/>
          <a:lstStyle/>
          <a:p>
            <a:r>
              <a:rPr lang="zh-CN" altLang="en-US" dirty="0"/>
              <a:t>操作契约</a:t>
            </a:r>
            <a:endParaRPr lang="en-US" altLang="zh-CN" dirty="0"/>
          </a:p>
          <a:p>
            <a:pPr lvl="1"/>
            <a:r>
              <a:rPr lang="zh-CN" altLang="en-US" dirty="0"/>
              <a:t>创建一个</a:t>
            </a:r>
            <a:r>
              <a:rPr lang="en-US" altLang="zh-CN" dirty="0"/>
              <a:t>Payment</a:t>
            </a:r>
            <a:r>
              <a:rPr lang="zh-CN" altLang="en-US" dirty="0"/>
              <a:t>实例</a:t>
            </a:r>
            <a:r>
              <a:rPr lang="en-US" altLang="zh-CN" dirty="0"/>
              <a:t>p</a:t>
            </a:r>
            <a:r>
              <a:rPr lang="zh-CN" altLang="en-US" dirty="0"/>
              <a:t>（实例创建）</a:t>
            </a:r>
          </a:p>
          <a:p>
            <a:pPr lvl="1"/>
            <a:r>
              <a:rPr lang="zh-CN" altLang="en-US" dirty="0"/>
              <a:t>本次支付金额</a:t>
            </a:r>
            <a:r>
              <a:rPr lang="en-US" altLang="zh-CN" dirty="0"/>
              <a:t>amount</a:t>
            </a:r>
            <a:r>
              <a:rPr lang="zh-CN" altLang="en-US" dirty="0"/>
              <a:t>的修改（属性修改）</a:t>
            </a:r>
          </a:p>
          <a:p>
            <a:pPr lvl="1"/>
            <a:r>
              <a:rPr lang="en-US" altLang="zh-CN" dirty="0"/>
              <a:t>p</a:t>
            </a:r>
            <a:r>
              <a:rPr lang="zh-CN" altLang="en-US" dirty="0"/>
              <a:t>和当前的</a:t>
            </a:r>
            <a:r>
              <a:rPr lang="en-US" altLang="zh-CN" dirty="0"/>
              <a:t>Sale</a:t>
            </a:r>
            <a:r>
              <a:rPr lang="zh-CN" altLang="en-US" dirty="0"/>
              <a:t>建立关联（关联形成）</a:t>
            </a:r>
          </a:p>
          <a:p>
            <a:pPr lvl="1"/>
            <a:r>
              <a:rPr lang="zh-CN" altLang="en-US" dirty="0"/>
              <a:t>当前的</a:t>
            </a:r>
            <a:r>
              <a:rPr lang="en-US" altLang="zh-CN" dirty="0"/>
              <a:t>Sale</a:t>
            </a:r>
            <a:r>
              <a:rPr lang="zh-CN" altLang="en-US" dirty="0"/>
              <a:t>和</a:t>
            </a:r>
            <a:r>
              <a:rPr lang="en-US" altLang="zh-CN" dirty="0"/>
              <a:t>Store</a:t>
            </a:r>
            <a:r>
              <a:rPr lang="zh-CN" altLang="en-US" dirty="0"/>
              <a:t>建立关联（关联形成）：目的是向已完成销售的历史日志中添加。</a:t>
            </a:r>
          </a:p>
          <a:p>
            <a:r>
              <a:rPr lang="zh-CN" altLang="en-US" dirty="0"/>
              <a:t>问题</a:t>
            </a:r>
            <a:r>
              <a:rPr lang="en-US" altLang="zh-CN" dirty="0"/>
              <a:t>1</a:t>
            </a:r>
            <a:r>
              <a:rPr lang="zh-CN" altLang="en-US" dirty="0"/>
              <a:t>：</a:t>
            </a:r>
            <a:r>
              <a:rPr lang="en-US" altLang="zh-CN" dirty="0"/>
              <a:t>p</a:t>
            </a:r>
            <a:r>
              <a:rPr lang="zh-CN" altLang="en-US" dirty="0"/>
              <a:t>实例哪个对象负责创建？</a:t>
            </a:r>
            <a:endParaRPr lang="en-US" altLang="zh-CN" dirty="0"/>
          </a:p>
          <a:p>
            <a:r>
              <a:rPr lang="zh-CN" altLang="en-US" dirty="0"/>
              <a:t>问题</a:t>
            </a:r>
            <a:r>
              <a:rPr lang="en-US" altLang="zh-CN" dirty="0"/>
              <a:t>2</a:t>
            </a:r>
            <a:r>
              <a:rPr lang="zh-CN" altLang="en-US" dirty="0"/>
              <a:t>：计算找零金额</a:t>
            </a:r>
            <a:r>
              <a:rPr lang="en-US" altLang="zh-CN" dirty="0"/>
              <a:t>=amount-total</a:t>
            </a:r>
            <a:r>
              <a:rPr lang="zh-CN" altLang="en-US" dirty="0"/>
              <a:t>哪个对象应具有该职责？</a:t>
            </a:r>
            <a:endParaRPr lang="en-US" altLang="zh-CN" dirty="0"/>
          </a:p>
          <a:p>
            <a:r>
              <a:rPr lang="zh-CN" altLang="en-US" dirty="0"/>
              <a:t>问题</a:t>
            </a:r>
            <a:r>
              <a:rPr lang="en-US" altLang="zh-CN" dirty="0"/>
              <a:t>3</a:t>
            </a:r>
            <a:r>
              <a:rPr lang="zh-CN" altLang="en-US" dirty="0"/>
              <a:t>：哪个对象负责添加本次销售的记录或日志？</a:t>
            </a:r>
            <a:endParaRPr lang="en-US" altLang="zh-CN" dirty="0"/>
          </a:p>
          <a:p>
            <a:pPr lvl="1"/>
            <a:r>
              <a:rPr lang="zh-CN" altLang="en-US" dirty="0"/>
              <a:t>方案一：</a:t>
            </a:r>
            <a:r>
              <a:rPr lang="en-US" altLang="zh-CN" dirty="0"/>
              <a:t>Register</a:t>
            </a:r>
          </a:p>
          <a:p>
            <a:pPr lvl="1"/>
            <a:r>
              <a:rPr lang="zh-CN" altLang="en-US" dirty="0"/>
              <a:t>方案二：</a:t>
            </a:r>
            <a:r>
              <a:rPr lang="en-US" altLang="zh-CN" dirty="0"/>
              <a:t>Sale</a:t>
            </a:r>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40</a:t>
            </a:fld>
            <a:endParaRPr lang="zh-CN" altLang="en-US" dirty="0"/>
          </a:p>
        </p:txBody>
      </p:sp>
      <mc:AlternateContent xmlns:mc="http://schemas.openxmlformats.org/markup-compatibility/2006" xmlns:p14="http://schemas.microsoft.com/office/powerpoint/2010/main">
        <mc:Choice Requires="p14">
          <p:contentPart p14:bwMode="auto" r:id="rId2">
            <p14:nvContentPartPr>
              <p14:cNvPr id="7" name="墨迹 6"/>
              <p14:cNvContentPartPr/>
              <p14:nvPr/>
            </p14:nvContentPartPr>
            <p14:xfrm>
              <a:off x="863600" y="2070100"/>
              <a:ext cx="4883150" cy="63500"/>
            </p14:xfrm>
          </p:contentPart>
        </mc:Choice>
        <mc:Fallback xmlns="">
          <p:pic>
            <p:nvPicPr>
              <p:cNvPr id="7" name="墨迹 6"/>
            </p:nvPicPr>
            <p:blipFill>
              <a:blip r:embed="rId3"/>
            </p:blipFill>
            <p:spPr>
              <a:xfrm>
                <a:off x="863600" y="2070100"/>
                <a:ext cx="4883150" cy="6350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8" name="墨迹 7"/>
              <p14:cNvContentPartPr/>
              <p14:nvPr/>
            </p14:nvContentPartPr>
            <p14:xfrm>
              <a:off x="1892300" y="2546350"/>
              <a:ext cx="4267200" cy="82550"/>
            </p14:xfrm>
          </p:contentPart>
        </mc:Choice>
        <mc:Fallback xmlns="">
          <p:pic>
            <p:nvPicPr>
              <p:cNvPr id="8" name="墨迹 7"/>
            </p:nvPicPr>
            <p:blipFill>
              <a:blip r:embed="rId5"/>
            </p:blipFill>
            <p:spPr>
              <a:xfrm>
                <a:off x="1892300" y="2546350"/>
                <a:ext cx="4267200" cy="8255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9" name="墨迹 8"/>
              <p14:cNvContentPartPr/>
              <p14:nvPr/>
            </p14:nvContentPartPr>
            <p14:xfrm>
              <a:off x="1104900" y="2971800"/>
              <a:ext cx="4660900" cy="38100"/>
            </p14:xfrm>
          </p:contentPart>
        </mc:Choice>
        <mc:Fallback xmlns="">
          <p:pic>
            <p:nvPicPr>
              <p:cNvPr id="9" name="墨迹 8"/>
            </p:nvPicPr>
            <p:blipFill>
              <a:blip r:embed="rId7"/>
            </p:blipFill>
            <p:spPr>
              <a:xfrm>
                <a:off x="1104900" y="2971800"/>
                <a:ext cx="4660900" cy="38100"/>
              </a:xfrm>
              <a:prstGeom prst="rect"/>
            </p:spPr>
          </p:pic>
        </mc:Fallback>
      </mc:AlternateContent>
      <mc:AlternateContent xmlns:mc="http://schemas.openxmlformats.org/markup-compatibility/2006" xmlns:p14="http://schemas.microsoft.com/office/powerpoint/2010/main">
        <mc:Choice Requires="p14">
          <p:contentPart p14:bwMode="auto" r:id="rId8">
            <p14:nvContentPartPr>
              <p14:cNvPr id="10" name="墨迹 9"/>
              <p14:cNvContentPartPr/>
              <p14:nvPr/>
            </p14:nvContentPartPr>
            <p14:xfrm>
              <a:off x="946150" y="3384550"/>
              <a:ext cx="5257800" cy="69850"/>
            </p14:xfrm>
          </p:contentPart>
        </mc:Choice>
        <mc:Fallback xmlns="">
          <p:pic>
            <p:nvPicPr>
              <p:cNvPr id="10" name="墨迹 9"/>
            </p:nvPicPr>
            <p:blipFill>
              <a:blip r:embed="rId9"/>
            </p:blipFill>
            <p:spPr>
              <a:xfrm>
                <a:off x="946150" y="3384550"/>
                <a:ext cx="5257800" cy="69850"/>
              </a:xfrm>
              <a:prstGeom prst="rect"/>
            </p:spPr>
          </p:pic>
        </mc:Fallback>
      </mc:AlternateContent>
      <mc:AlternateContent xmlns:mc="http://schemas.openxmlformats.org/markup-compatibility/2006" xmlns:p14="http://schemas.microsoft.com/office/powerpoint/2010/main">
        <mc:Choice Requires="p14">
          <p:contentPart p14:bwMode="auto" r:id="rId10">
            <p14:nvContentPartPr>
              <p14:cNvPr id="11" name="墨迹 10"/>
              <p14:cNvContentPartPr/>
              <p14:nvPr/>
            </p14:nvContentPartPr>
            <p14:xfrm>
              <a:off x="1600200" y="3943350"/>
              <a:ext cx="3733800" cy="63500"/>
            </p14:xfrm>
          </p:contentPart>
        </mc:Choice>
        <mc:Fallback xmlns="">
          <p:pic>
            <p:nvPicPr>
              <p:cNvPr id="11" name="墨迹 10"/>
            </p:nvPicPr>
            <p:blipFill>
              <a:blip r:embed="rId11"/>
            </p:blipFill>
            <p:spPr>
              <a:xfrm>
                <a:off x="1600200" y="3943350"/>
                <a:ext cx="3733800" cy="63500"/>
              </a:xfrm>
              <a:prstGeom prst="rect"/>
            </p:spPr>
          </p:pic>
        </mc:Fallback>
      </mc:AlternateContent>
      <mc:AlternateContent xmlns:mc="http://schemas.openxmlformats.org/markup-compatibility/2006" xmlns:p14="http://schemas.microsoft.com/office/powerpoint/2010/main">
        <mc:Choice Requires="p14">
          <p:contentPart p14:bwMode="auto" r:id="rId12">
            <p14:nvContentPartPr>
              <p14:cNvPr id="12" name="墨迹 11"/>
              <p14:cNvContentPartPr/>
              <p14:nvPr/>
            </p14:nvContentPartPr>
            <p14:xfrm>
              <a:off x="628650" y="5099050"/>
              <a:ext cx="50800" cy="577850"/>
            </p14:xfrm>
          </p:contentPart>
        </mc:Choice>
        <mc:Fallback xmlns="">
          <p:pic>
            <p:nvPicPr>
              <p:cNvPr id="12" name="墨迹 11"/>
            </p:nvPicPr>
            <p:blipFill>
              <a:blip r:embed="rId13"/>
            </p:blipFill>
            <p:spPr>
              <a:xfrm>
                <a:off x="628650" y="5099050"/>
                <a:ext cx="50800" cy="577850"/>
              </a:xfrm>
              <a:prstGeom prst="rect"/>
            </p:spPr>
          </p:pic>
        </mc:Fallback>
      </mc:AlternateContent>
      <mc:AlternateContent xmlns:mc="http://schemas.openxmlformats.org/markup-compatibility/2006" xmlns:p14="http://schemas.microsoft.com/office/powerpoint/2010/main">
        <mc:Choice Requires="p14">
          <p:contentPart p14:bwMode="auto" r:id="rId14">
            <p14:nvContentPartPr>
              <p14:cNvPr id="13" name="墨迹 12"/>
              <p14:cNvContentPartPr/>
              <p14:nvPr/>
            </p14:nvContentPartPr>
            <p14:xfrm>
              <a:off x="527050" y="5111750"/>
              <a:ext cx="82550" cy="774700"/>
            </p14:xfrm>
          </p:contentPart>
        </mc:Choice>
        <mc:Fallback xmlns="">
          <p:pic>
            <p:nvPicPr>
              <p:cNvPr id="13" name="墨迹 12"/>
            </p:nvPicPr>
            <p:blipFill>
              <a:blip r:embed="rId15"/>
            </p:blipFill>
            <p:spPr>
              <a:xfrm>
                <a:off x="527050" y="5111750"/>
                <a:ext cx="82550" cy="774700"/>
              </a:xfrm>
              <a:prstGeom prst="rect"/>
            </p:spPr>
          </p:pic>
        </mc:Fallback>
      </mc:AlternateContent>
      <mc:AlternateContent xmlns:mc="http://schemas.openxmlformats.org/markup-compatibility/2006" xmlns:p14="http://schemas.microsoft.com/office/powerpoint/2010/main">
        <mc:Choice Requires="p14">
          <p:contentPart p14:bwMode="auto" r:id="rId16">
            <p14:nvContentPartPr>
              <p14:cNvPr id="14" name="墨迹 13"/>
              <p14:cNvContentPartPr/>
              <p14:nvPr/>
            </p14:nvContentPartPr>
            <p14:xfrm>
              <a:off x="1631950" y="4375150"/>
              <a:ext cx="7359650" cy="114300"/>
            </p14:xfrm>
          </p:contentPart>
        </mc:Choice>
        <mc:Fallback xmlns="">
          <p:pic>
            <p:nvPicPr>
              <p:cNvPr id="14" name="墨迹 13"/>
            </p:nvPicPr>
            <p:blipFill>
              <a:blip r:embed="rId17"/>
            </p:blipFill>
            <p:spPr>
              <a:xfrm>
                <a:off x="1631950" y="4375150"/>
                <a:ext cx="7359650" cy="114300"/>
              </a:xfrm>
              <a:prstGeom prst="rect"/>
            </p:spPr>
          </p:pic>
        </mc:Fallback>
      </mc:AlternateContent>
      <mc:AlternateContent xmlns:mc="http://schemas.openxmlformats.org/markup-compatibility/2006" xmlns:p14="http://schemas.microsoft.com/office/powerpoint/2010/main">
        <mc:Choice Requires="p14">
          <p:contentPart p14:bwMode="auto" r:id="rId18">
            <p14:nvContentPartPr>
              <p14:cNvPr id="15" name="墨迹 14"/>
              <p14:cNvContentPartPr/>
              <p14:nvPr/>
            </p14:nvContentPartPr>
            <p14:xfrm>
              <a:off x="882650" y="5391150"/>
              <a:ext cx="2286000" cy="88900"/>
            </p14:xfrm>
          </p:contentPart>
        </mc:Choice>
        <mc:Fallback xmlns="">
          <p:pic>
            <p:nvPicPr>
              <p:cNvPr id="15" name="墨迹 14"/>
            </p:nvPicPr>
            <p:blipFill>
              <a:blip r:embed="rId19"/>
            </p:blipFill>
            <p:spPr>
              <a:xfrm>
                <a:off x="882650" y="5391150"/>
                <a:ext cx="2286000" cy="88900"/>
              </a:xfrm>
              <a:prstGeom prst="rect"/>
            </p:spPr>
          </p:pic>
        </mc:Fallback>
      </mc:AlternateContent>
      <mc:AlternateContent xmlns:mc="http://schemas.openxmlformats.org/markup-compatibility/2006" xmlns:p14="http://schemas.microsoft.com/office/powerpoint/2010/main">
        <mc:Choice Requires="p14">
          <p:contentPart p14:bwMode="auto" r:id="rId20">
            <p14:nvContentPartPr>
              <p14:cNvPr id="16" name="墨迹 15"/>
              <p14:cNvContentPartPr/>
              <p14:nvPr/>
            </p14:nvContentPartPr>
            <p14:xfrm>
              <a:off x="996950" y="5911850"/>
              <a:ext cx="1574800" cy="12700"/>
            </p14:xfrm>
          </p:contentPart>
        </mc:Choice>
        <mc:Fallback xmlns="">
          <p:pic>
            <p:nvPicPr>
              <p:cNvPr id="16" name="墨迹 15"/>
            </p:nvPicPr>
            <p:blipFill>
              <a:blip r:embed="rId21"/>
            </p:blipFill>
            <p:spPr>
              <a:xfrm>
                <a:off x="996950" y="5911850"/>
                <a:ext cx="1574800" cy="12700"/>
              </a:xfrm>
              <a:prstGeom prst="rect"/>
            </p:spPr>
          </p:pic>
        </mc:Fallback>
      </mc:AlternateContent>
    </p:spTree>
  </p:cSld>
  <p:clrMapOvr>
    <a:masterClrMapping/>
  </p:clrMapOvr>
  <p:transition>
    <p:push/>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makePayment</a:t>
            </a:r>
            <a:r>
              <a:rPr lang="en-US" altLang="zh-CN" dirty="0"/>
              <a:t>()</a:t>
            </a:r>
            <a:r>
              <a:rPr lang="zh-CN" altLang="en-US" dirty="0"/>
              <a:t>交互图</a:t>
            </a:r>
          </a:p>
        </p:txBody>
      </p:sp>
      <p:sp>
        <p:nvSpPr>
          <p:cNvPr id="3" name="内容占位符 2"/>
          <p:cNvSpPr>
            <a:spLocks noGrp="1"/>
          </p:cNvSpPr>
          <p:nvPr>
            <p:ph idx="1"/>
          </p:nvPr>
        </p:nvSpPr>
        <p:spPr>
          <a:xfrm>
            <a:off x="335361" y="5371379"/>
            <a:ext cx="11593284" cy="805584"/>
          </a:xfrm>
        </p:spPr>
        <p:txBody>
          <a:bodyPr/>
          <a:lstStyle/>
          <a:p>
            <a:r>
              <a:rPr lang="zh-CN" altLang="en-US" dirty="0"/>
              <a:t>如果要统计</a:t>
            </a:r>
            <a:r>
              <a:rPr lang="en-US" altLang="zh-CN" dirty="0"/>
              <a:t>Register </a:t>
            </a:r>
            <a:r>
              <a:rPr lang="zh-CN" altLang="en-US" dirty="0"/>
              <a:t>的使用率，该如何设计？</a:t>
            </a:r>
          </a:p>
        </p:txBody>
      </p:sp>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41</a:t>
            </a:fld>
            <a:endParaRPr lang="zh-CN" altLang="en-US" dirty="0"/>
          </a:p>
        </p:txBody>
      </p:sp>
      <p:pic>
        <p:nvPicPr>
          <p:cNvPr id="7" name="图片 6"/>
          <p:cNvPicPr>
            <a:picLocks noChangeAspect="1"/>
          </p:cNvPicPr>
          <p:nvPr/>
        </p:nvPicPr>
        <p:blipFill>
          <a:blip r:embed="rId2"/>
          <a:stretch>
            <a:fillRect/>
          </a:stretch>
        </p:blipFill>
        <p:spPr>
          <a:xfrm>
            <a:off x="1983804" y="836712"/>
            <a:ext cx="8296398" cy="4324597"/>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墨迹 7"/>
              <p14:cNvContentPartPr/>
              <p14:nvPr/>
            </p14:nvContentPartPr>
            <p14:xfrm>
              <a:off x="2914650" y="1663700"/>
              <a:ext cx="1346200" cy="19050"/>
            </p14:xfrm>
          </p:contentPart>
        </mc:Choice>
        <mc:Fallback xmlns="">
          <p:pic>
            <p:nvPicPr>
              <p:cNvPr id="8" name="墨迹 7"/>
            </p:nvPicPr>
            <p:blipFill>
              <a:blip r:embed="rId4"/>
            </p:blipFill>
            <p:spPr>
              <a:xfrm>
                <a:off x="2914650" y="1663700"/>
                <a:ext cx="1346200" cy="19050"/>
              </a:xfrm>
              <a:prstGeom prst="rect"/>
            </p:spPr>
          </p:pic>
        </mc:Fallback>
      </mc:AlternateContent>
      <mc:AlternateContent xmlns:mc="http://schemas.openxmlformats.org/markup-compatibility/2006" xmlns:p14="http://schemas.microsoft.com/office/powerpoint/2010/main">
        <mc:Choice Requires="p14">
          <p:contentPart p14:bwMode="auto" r:id="rId5">
            <p14:nvContentPartPr>
              <p14:cNvPr id="9" name="墨迹 8"/>
              <p14:cNvContentPartPr/>
              <p14:nvPr/>
            </p14:nvContentPartPr>
            <p14:xfrm>
              <a:off x="4222750" y="1581150"/>
              <a:ext cx="139700" cy="158750"/>
            </p14:xfrm>
          </p:contentPart>
        </mc:Choice>
        <mc:Fallback xmlns="">
          <p:pic>
            <p:nvPicPr>
              <p:cNvPr id="9" name="墨迹 8"/>
            </p:nvPicPr>
            <p:blipFill>
              <a:blip r:embed="rId6"/>
            </p:blipFill>
            <p:spPr>
              <a:xfrm>
                <a:off x="4222750" y="1581150"/>
                <a:ext cx="139700" cy="158750"/>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10" name="墨迹 9"/>
              <p14:cNvContentPartPr/>
              <p14:nvPr/>
            </p14:nvContentPartPr>
            <p14:xfrm>
              <a:off x="4692650" y="1771650"/>
              <a:ext cx="1441450" cy="31750"/>
            </p14:xfrm>
          </p:contentPart>
        </mc:Choice>
        <mc:Fallback xmlns="">
          <p:pic>
            <p:nvPicPr>
              <p:cNvPr id="10" name="墨迹 9"/>
            </p:nvPicPr>
            <p:blipFill>
              <a:blip r:embed="rId8"/>
            </p:blipFill>
            <p:spPr>
              <a:xfrm>
                <a:off x="4692650" y="1771650"/>
                <a:ext cx="1441450" cy="31750"/>
              </a:xfrm>
              <a:prstGeom prst="rect"/>
            </p:spPr>
          </p:pic>
        </mc:Fallback>
      </mc:AlternateContent>
      <mc:AlternateContent xmlns:mc="http://schemas.openxmlformats.org/markup-compatibility/2006" xmlns:p14="http://schemas.microsoft.com/office/powerpoint/2010/main">
        <mc:Choice Requires="p14">
          <p:contentPart p14:bwMode="auto" r:id="rId9">
            <p14:nvContentPartPr>
              <p14:cNvPr id="11" name="墨迹 10"/>
              <p14:cNvContentPartPr/>
              <p14:nvPr/>
            </p14:nvContentPartPr>
            <p14:xfrm>
              <a:off x="6089650" y="1695450"/>
              <a:ext cx="184150" cy="158750"/>
            </p14:xfrm>
          </p:contentPart>
        </mc:Choice>
        <mc:Fallback xmlns="">
          <p:pic>
            <p:nvPicPr>
              <p:cNvPr id="11" name="墨迹 10"/>
            </p:nvPicPr>
            <p:blipFill>
              <a:blip r:embed="rId10"/>
            </p:blipFill>
            <p:spPr>
              <a:xfrm>
                <a:off x="6089650" y="1695450"/>
                <a:ext cx="184150" cy="158750"/>
              </a:xfrm>
              <a:prstGeom prst="rect"/>
            </p:spPr>
          </p:pic>
        </mc:Fallback>
      </mc:AlternateContent>
      <mc:AlternateContent xmlns:mc="http://schemas.openxmlformats.org/markup-compatibility/2006" xmlns:p14="http://schemas.microsoft.com/office/powerpoint/2010/main">
        <mc:Choice Requires="p14">
          <p:contentPart p14:bwMode="auto" r:id="rId11">
            <p14:nvContentPartPr>
              <p14:cNvPr id="12" name="墨迹 11"/>
              <p14:cNvContentPartPr/>
              <p14:nvPr/>
            </p14:nvContentPartPr>
            <p14:xfrm>
              <a:off x="6140450" y="819150"/>
              <a:ext cx="781050" cy="692150"/>
            </p14:xfrm>
          </p:contentPart>
        </mc:Choice>
        <mc:Fallback xmlns="">
          <p:pic>
            <p:nvPicPr>
              <p:cNvPr id="12" name="墨迹 11"/>
            </p:nvPicPr>
            <p:blipFill>
              <a:blip r:embed="rId12"/>
            </p:blipFill>
            <p:spPr>
              <a:xfrm>
                <a:off x="6140450" y="819150"/>
                <a:ext cx="781050" cy="692150"/>
              </a:xfrm>
              <a:prstGeom prst="rect"/>
            </p:spPr>
          </p:pic>
        </mc:Fallback>
      </mc:AlternateContent>
      <mc:AlternateContent xmlns:mc="http://schemas.openxmlformats.org/markup-compatibility/2006" xmlns:p14="http://schemas.microsoft.com/office/powerpoint/2010/main">
        <mc:Choice Requires="p14">
          <p:contentPart p14:bwMode="auto" r:id="rId13">
            <p14:nvContentPartPr>
              <p14:cNvPr id="13" name="墨迹 12"/>
              <p14:cNvContentPartPr/>
              <p14:nvPr/>
            </p14:nvContentPartPr>
            <p14:xfrm>
              <a:off x="7791450" y="1600200"/>
              <a:ext cx="1320800" cy="495300"/>
            </p14:xfrm>
          </p:contentPart>
        </mc:Choice>
        <mc:Fallback xmlns="">
          <p:pic>
            <p:nvPicPr>
              <p:cNvPr id="13" name="墨迹 12"/>
            </p:nvPicPr>
            <p:blipFill>
              <a:blip r:embed="rId14"/>
            </p:blipFill>
            <p:spPr>
              <a:xfrm>
                <a:off x="7791450" y="1600200"/>
                <a:ext cx="1320800" cy="495300"/>
              </a:xfrm>
              <a:prstGeom prst="rect"/>
            </p:spPr>
          </p:pic>
        </mc:Fallback>
      </mc:AlternateContent>
      <mc:AlternateContent xmlns:mc="http://schemas.openxmlformats.org/markup-compatibility/2006" xmlns:p14="http://schemas.microsoft.com/office/powerpoint/2010/main">
        <mc:Choice Requires="p14">
          <p:contentPart p14:bwMode="auto" r:id="rId15">
            <p14:nvContentPartPr>
              <p14:cNvPr id="15" name="墨迹 14"/>
              <p14:cNvContentPartPr/>
              <p14:nvPr/>
            </p14:nvContentPartPr>
            <p14:xfrm>
              <a:off x="6330950" y="3022600"/>
              <a:ext cx="203200" cy="215900"/>
            </p14:xfrm>
          </p:contentPart>
        </mc:Choice>
        <mc:Fallback xmlns="">
          <p:pic>
            <p:nvPicPr>
              <p:cNvPr id="15" name="墨迹 14"/>
            </p:nvPicPr>
            <p:blipFill>
              <a:blip r:embed="rId17"/>
            </p:blipFill>
            <p:spPr>
              <a:xfrm>
                <a:off x="6330950" y="3022600"/>
                <a:ext cx="203200" cy="215900"/>
              </a:xfrm>
              <a:prstGeom prst="rect"/>
            </p:spPr>
          </p:pic>
        </mc:Fallback>
      </mc:AlternateContent>
      <mc:AlternateContent xmlns:mc="http://schemas.openxmlformats.org/markup-compatibility/2006" xmlns:p14="http://schemas.microsoft.com/office/powerpoint/2010/main">
        <mc:Choice Requires="p14">
          <p:contentPart p14:bwMode="auto" r:id="rId18">
            <p14:nvContentPartPr>
              <p14:cNvPr id="16" name="墨迹 15"/>
              <p14:cNvContentPartPr/>
              <p14:nvPr/>
            </p14:nvContentPartPr>
            <p14:xfrm>
              <a:off x="6578600" y="3213100"/>
              <a:ext cx="1682750" cy="50800"/>
            </p14:xfrm>
          </p:contentPart>
        </mc:Choice>
        <mc:Fallback xmlns="">
          <p:pic>
            <p:nvPicPr>
              <p:cNvPr id="16" name="墨迹 15"/>
            </p:nvPicPr>
            <p:blipFill>
              <a:blip r:embed="rId19"/>
            </p:blipFill>
            <p:spPr>
              <a:xfrm>
                <a:off x="6578600" y="3213100"/>
                <a:ext cx="1682750" cy="50800"/>
              </a:xfrm>
              <a:prstGeom prst="rect"/>
            </p:spPr>
          </p:pic>
        </mc:Fallback>
      </mc:AlternateContent>
      <mc:AlternateContent xmlns:mc="http://schemas.openxmlformats.org/markup-compatibility/2006" xmlns:p14="http://schemas.microsoft.com/office/powerpoint/2010/main">
        <mc:Choice Requires="p14">
          <p:contentPart p14:bwMode="auto" r:id="rId20">
            <p14:nvContentPartPr>
              <p14:cNvPr id="17" name="墨迹 16"/>
              <p14:cNvContentPartPr/>
              <p14:nvPr/>
            </p14:nvContentPartPr>
            <p14:xfrm>
              <a:off x="8147050" y="3143250"/>
              <a:ext cx="203200" cy="184150"/>
            </p14:xfrm>
          </p:contentPart>
        </mc:Choice>
        <mc:Fallback xmlns="">
          <p:pic>
            <p:nvPicPr>
              <p:cNvPr id="17" name="墨迹 16"/>
            </p:nvPicPr>
            <p:blipFill>
              <a:blip r:embed="rId21"/>
            </p:blipFill>
            <p:spPr>
              <a:xfrm>
                <a:off x="8147050" y="3143250"/>
                <a:ext cx="203200" cy="184150"/>
              </a:xfrm>
              <a:prstGeom prst="rect"/>
            </p:spPr>
          </p:pic>
        </mc:Fallback>
      </mc:AlternateContent>
      <mc:AlternateContent xmlns:mc="http://schemas.openxmlformats.org/markup-compatibility/2006" xmlns:p14="http://schemas.microsoft.com/office/powerpoint/2010/main">
        <mc:Choice Requires="p14">
          <p:contentPart p14:bwMode="auto" r:id="rId22">
            <p14:nvContentPartPr>
              <p14:cNvPr id="18" name="墨迹 17"/>
              <p14:cNvContentPartPr/>
              <p14:nvPr/>
            </p14:nvContentPartPr>
            <p14:xfrm>
              <a:off x="6388100" y="3765550"/>
              <a:ext cx="127000" cy="152400"/>
            </p14:xfrm>
          </p:contentPart>
        </mc:Choice>
        <mc:Fallback xmlns="">
          <p:pic>
            <p:nvPicPr>
              <p:cNvPr id="18" name="墨迹 17"/>
            </p:nvPicPr>
            <p:blipFill>
              <a:blip r:embed="rId23"/>
            </p:blipFill>
            <p:spPr>
              <a:xfrm>
                <a:off x="6388100" y="3765550"/>
                <a:ext cx="127000" cy="152400"/>
              </a:xfrm>
              <a:prstGeom prst="rect"/>
            </p:spPr>
          </p:pic>
        </mc:Fallback>
      </mc:AlternateContent>
      <mc:AlternateContent xmlns:mc="http://schemas.openxmlformats.org/markup-compatibility/2006" xmlns:p14="http://schemas.microsoft.com/office/powerpoint/2010/main">
        <mc:Choice Requires="p14">
          <p:contentPart p14:bwMode="auto" r:id="rId24">
            <p14:nvContentPartPr>
              <p14:cNvPr id="19" name="墨迹 18"/>
              <p14:cNvContentPartPr/>
              <p14:nvPr/>
            </p14:nvContentPartPr>
            <p14:xfrm>
              <a:off x="6604000" y="3860800"/>
              <a:ext cx="2667000" cy="69850"/>
            </p14:xfrm>
          </p:contentPart>
        </mc:Choice>
        <mc:Fallback xmlns="">
          <p:pic>
            <p:nvPicPr>
              <p:cNvPr id="19" name="墨迹 18"/>
            </p:nvPicPr>
            <p:blipFill>
              <a:blip r:embed="rId25"/>
            </p:blipFill>
            <p:spPr>
              <a:xfrm>
                <a:off x="6604000" y="3860800"/>
                <a:ext cx="2667000" cy="69850"/>
              </a:xfrm>
              <a:prstGeom prst="rect"/>
            </p:spPr>
          </p:pic>
        </mc:Fallback>
      </mc:AlternateContent>
      <mc:AlternateContent xmlns:mc="http://schemas.openxmlformats.org/markup-compatibility/2006" xmlns:p14="http://schemas.microsoft.com/office/powerpoint/2010/main">
        <mc:Choice Requires="p14">
          <p:contentPart p14:bwMode="auto" r:id="rId26">
            <p14:nvContentPartPr>
              <p14:cNvPr id="20" name="墨迹 19"/>
              <p14:cNvContentPartPr/>
              <p14:nvPr/>
            </p14:nvContentPartPr>
            <p14:xfrm>
              <a:off x="8248650" y="1346200"/>
              <a:ext cx="44450" cy="336550"/>
            </p14:xfrm>
          </p:contentPart>
        </mc:Choice>
        <mc:Fallback xmlns="">
          <p:pic>
            <p:nvPicPr>
              <p:cNvPr id="20" name="墨迹 19"/>
            </p:nvPicPr>
            <p:blipFill>
              <a:blip r:embed="rId27"/>
            </p:blipFill>
            <p:spPr>
              <a:xfrm>
                <a:off x="8248650" y="1346200"/>
                <a:ext cx="44450" cy="336550"/>
              </a:xfrm>
              <a:prstGeom prst="rect"/>
            </p:spPr>
          </p:pic>
        </mc:Fallback>
      </mc:AlternateContent>
      <mc:AlternateContent xmlns:mc="http://schemas.openxmlformats.org/markup-compatibility/2006" xmlns:p14="http://schemas.microsoft.com/office/powerpoint/2010/main">
        <mc:Choice Requires="p14">
          <p:contentPart p14:bwMode="auto" r:id="rId28">
            <p14:nvContentPartPr>
              <p14:cNvPr id="21" name="墨迹 20"/>
              <p14:cNvContentPartPr/>
              <p14:nvPr/>
            </p14:nvContentPartPr>
            <p14:xfrm>
              <a:off x="8185150" y="1517650"/>
              <a:ext cx="311150" cy="311150"/>
            </p14:xfrm>
          </p:contentPart>
        </mc:Choice>
        <mc:Fallback xmlns="">
          <p:pic>
            <p:nvPicPr>
              <p:cNvPr id="21" name="墨迹 20"/>
            </p:nvPicPr>
            <p:blipFill>
              <a:blip r:embed="rId29"/>
            </p:blipFill>
            <p:spPr>
              <a:xfrm>
                <a:off x="8185150" y="1517650"/>
                <a:ext cx="311150" cy="311150"/>
              </a:xfrm>
              <a:prstGeom prst="rect"/>
            </p:spPr>
          </p:pic>
        </mc:Fallback>
      </mc:AlternateContent>
      <mc:AlternateContent xmlns:mc="http://schemas.openxmlformats.org/markup-compatibility/2006" xmlns:p14="http://schemas.microsoft.com/office/powerpoint/2010/main">
        <mc:Choice Requires="p14">
          <p:contentPart p14:bwMode="auto" r:id="rId30">
            <p14:nvContentPartPr>
              <p14:cNvPr id="22" name="墨迹 21"/>
              <p14:cNvContentPartPr/>
              <p14:nvPr/>
            </p14:nvContentPartPr>
            <p14:xfrm>
              <a:off x="7537450" y="3721100"/>
              <a:ext cx="946150" cy="444500"/>
            </p14:xfrm>
          </p:contentPart>
        </mc:Choice>
        <mc:Fallback xmlns="">
          <p:pic>
            <p:nvPicPr>
              <p:cNvPr id="22" name="墨迹 21"/>
            </p:nvPicPr>
            <p:blipFill>
              <a:blip r:embed="rId31"/>
            </p:blipFill>
            <p:spPr>
              <a:xfrm>
                <a:off x="7537450" y="3721100"/>
                <a:ext cx="946150" cy="444500"/>
              </a:xfrm>
              <a:prstGeom prst="rect"/>
            </p:spPr>
          </p:pic>
        </mc:Fallback>
      </mc:AlternateContent>
      <mc:AlternateContent xmlns:mc="http://schemas.openxmlformats.org/markup-compatibility/2006" xmlns:p14="http://schemas.microsoft.com/office/powerpoint/2010/main">
        <mc:Choice Requires="p14">
          <p:contentPart p14:bwMode="auto" r:id="rId32">
            <p14:nvContentPartPr>
              <p14:cNvPr id="23" name="墨迹 22"/>
              <p14:cNvContentPartPr/>
              <p14:nvPr/>
            </p14:nvContentPartPr>
            <p14:xfrm>
              <a:off x="9359900" y="711200"/>
              <a:ext cx="552450" cy="863600"/>
            </p14:xfrm>
          </p:contentPart>
        </mc:Choice>
        <mc:Fallback xmlns="">
          <p:pic>
            <p:nvPicPr>
              <p:cNvPr id="23" name="墨迹 22"/>
            </p:nvPicPr>
            <p:blipFill>
              <a:blip r:embed="rId33"/>
            </p:blipFill>
            <p:spPr>
              <a:xfrm>
                <a:off x="9359900" y="711200"/>
                <a:ext cx="552450" cy="863600"/>
              </a:xfrm>
              <a:prstGeom prst="rect"/>
            </p:spPr>
          </p:pic>
        </mc:Fallback>
      </mc:AlternateContent>
      <mc:AlternateContent xmlns:mc="http://schemas.openxmlformats.org/markup-compatibility/2006" xmlns:p14="http://schemas.microsoft.com/office/powerpoint/2010/main">
        <mc:Choice Requires="p14">
          <p:contentPart p14:bwMode="auto" r:id="rId34">
            <p14:nvContentPartPr>
              <p14:cNvPr id="24" name="墨迹 23"/>
              <p14:cNvContentPartPr/>
              <p14:nvPr/>
            </p14:nvContentPartPr>
            <p14:xfrm>
              <a:off x="158750" y="5175250"/>
              <a:ext cx="6845300" cy="857250"/>
            </p14:xfrm>
          </p:contentPart>
        </mc:Choice>
        <mc:Fallback xmlns="">
          <p:pic>
            <p:nvPicPr>
              <p:cNvPr id="24" name="墨迹 23"/>
            </p:nvPicPr>
            <p:blipFill>
              <a:blip r:embed="rId35"/>
            </p:blipFill>
            <p:spPr>
              <a:xfrm>
                <a:off x="158750" y="5175250"/>
                <a:ext cx="6845300" cy="857250"/>
              </a:xfrm>
              <a:prstGeom prst="rect"/>
            </p:spPr>
          </p:pic>
        </mc:Fallback>
      </mc:AlternateContent>
      <mc:AlternateContent xmlns:mc="http://schemas.openxmlformats.org/markup-compatibility/2006" xmlns:p14="http://schemas.microsoft.com/office/powerpoint/2010/main">
        <mc:Choice Requires="p14">
          <p:contentPart p14:bwMode="auto" r:id="rId36">
            <p14:nvContentPartPr>
              <p14:cNvPr id="25" name="墨迹 24"/>
              <p14:cNvContentPartPr/>
              <p14:nvPr/>
            </p14:nvContentPartPr>
            <p14:xfrm>
              <a:off x="10566400" y="914400"/>
              <a:ext cx="247650" cy="3873500"/>
            </p14:xfrm>
          </p:contentPart>
        </mc:Choice>
        <mc:Fallback xmlns="">
          <p:pic>
            <p:nvPicPr>
              <p:cNvPr id="25" name="墨迹 24"/>
            </p:nvPicPr>
            <p:blipFill>
              <a:blip r:embed="rId37"/>
            </p:blipFill>
            <p:spPr>
              <a:xfrm>
                <a:off x="10566400" y="914400"/>
                <a:ext cx="247650" cy="3873500"/>
              </a:xfrm>
              <a:prstGeom prst="rect"/>
            </p:spPr>
          </p:pic>
        </mc:Fallback>
      </mc:AlternateContent>
      <mc:AlternateContent xmlns:mc="http://schemas.openxmlformats.org/markup-compatibility/2006" xmlns:p14="http://schemas.microsoft.com/office/powerpoint/2010/main">
        <mc:Choice Requires="p14">
          <p:contentPart p14:bwMode="auto" r:id="rId38">
            <p14:nvContentPartPr>
              <p14:cNvPr id="26" name="墨迹 25"/>
              <p14:cNvContentPartPr/>
              <p14:nvPr/>
            </p14:nvContentPartPr>
            <p14:xfrm>
              <a:off x="10674350" y="914400"/>
              <a:ext cx="1422400" cy="4095750"/>
            </p14:xfrm>
          </p:contentPart>
        </mc:Choice>
        <mc:Fallback xmlns="">
          <p:pic>
            <p:nvPicPr>
              <p:cNvPr id="26" name="墨迹 25"/>
            </p:nvPicPr>
            <p:blipFill>
              <a:blip r:embed="rId39"/>
            </p:blipFill>
            <p:spPr>
              <a:xfrm>
                <a:off x="10674350" y="914400"/>
                <a:ext cx="1422400" cy="4095750"/>
              </a:xfrm>
              <a:prstGeom prst="rect"/>
            </p:spPr>
          </p:pic>
        </mc:Fallback>
      </mc:AlternateContent>
      <mc:AlternateContent xmlns:mc="http://schemas.openxmlformats.org/markup-compatibility/2006" xmlns:p14="http://schemas.microsoft.com/office/powerpoint/2010/main">
        <mc:Choice Requires="p14">
          <p:contentPart p14:bwMode="auto" r:id="rId40">
            <p14:nvContentPartPr>
              <p14:cNvPr id="27" name="墨迹 26"/>
              <p14:cNvContentPartPr/>
              <p14:nvPr/>
            </p14:nvContentPartPr>
            <p14:xfrm>
              <a:off x="3575050" y="1187450"/>
              <a:ext cx="1111250" cy="393700"/>
            </p14:xfrm>
          </p:contentPart>
        </mc:Choice>
        <mc:Fallback xmlns="">
          <p:pic>
            <p:nvPicPr>
              <p:cNvPr id="27" name="墨迹 26"/>
            </p:nvPicPr>
            <p:blipFill>
              <a:blip r:embed="rId41"/>
            </p:blipFill>
            <p:spPr>
              <a:xfrm>
                <a:off x="3575050" y="1187450"/>
                <a:ext cx="1111250" cy="393700"/>
              </a:xfrm>
              <a:prstGeom prst="rect"/>
            </p:spPr>
          </p:pic>
        </mc:Fallback>
      </mc:AlternateContent>
      <mc:AlternateContent xmlns:mc="http://schemas.openxmlformats.org/markup-compatibility/2006" xmlns:p14="http://schemas.microsoft.com/office/powerpoint/2010/main">
        <mc:Choice Requires="p14">
          <p:contentPart p14:bwMode="auto" r:id="rId42">
            <p14:nvContentPartPr>
              <p14:cNvPr id="28" name="墨迹 27"/>
              <p14:cNvContentPartPr/>
              <p14:nvPr/>
            </p14:nvContentPartPr>
            <p14:xfrm>
              <a:off x="4603750" y="1746250"/>
              <a:ext cx="1631950" cy="19050"/>
            </p14:xfrm>
          </p:contentPart>
        </mc:Choice>
        <mc:Fallback xmlns="">
          <p:pic>
            <p:nvPicPr>
              <p:cNvPr id="28" name="墨迹 27"/>
            </p:nvPicPr>
            <p:blipFill>
              <a:blip r:embed="rId43"/>
            </p:blipFill>
            <p:spPr>
              <a:xfrm>
                <a:off x="4603750" y="1746250"/>
                <a:ext cx="1631950" cy="19050"/>
              </a:xfrm>
              <a:prstGeom prst="rect"/>
            </p:spPr>
          </p:pic>
        </mc:Fallback>
      </mc:AlternateContent>
    </p:spTree>
  </p:cSld>
  <p:clrMapOvr>
    <a:masterClrMapping/>
  </p:clrMapOvr>
  <p:transition>
    <p:push/>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lstStyle/>
          <a:p>
            <a:r>
              <a:rPr lang="zh-CN" altLang="en-US" dirty="0"/>
              <a:t>持久化层设计</a:t>
            </a:r>
          </a:p>
        </p:txBody>
      </p:sp>
      <p:sp>
        <p:nvSpPr>
          <p:cNvPr id="61444" name="Rectangle 3"/>
          <p:cNvSpPr>
            <a:spLocks noGrp="1" noChangeArrowheads="1"/>
          </p:cNvSpPr>
          <p:nvPr>
            <p:ph idx="1"/>
          </p:nvPr>
        </p:nvSpPr>
        <p:spPr>
          <a:xfrm>
            <a:off x="335361" y="908720"/>
            <a:ext cx="11593284" cy="5268243"/>
          </a:xfrm>
        </p:spPr>
        <p:txBody>
          <a:bodyPr/>
          <a:lstStyle/>
          <a:p>
            <a:pPr>
              <a:lnSpc>
                <a:spcPct val="80000"/>
              </a:lnSpc>
            </a:pPr>
            <a:r>
              <a:rPr lang="zh-CN" altLang="en-US" dirty="0"/>
              <a:t>问题一：哪个对象负责数据持久化？</a:t>
            </a:r>
          </a:p>
          <a:p>
            <a:pPr>
              <a:lnSpc>
                <a:spcPct val="80000"/>
              </a:lnSpc>
            </a:pPr>
            <a:r>
              <a:rPr lang="zh-CN" altLang="en-US" dirty="0"/>
              <a:t>为每一个领域对象设计一个专门负责其持久化的类：</a:t>
            </a:r>
          </a:p>
          <a:p>
            <a:pPr lvl="1">
              <a:lnSpc>
                <a:spcPct val="80000"/>
              </a:lnSpc>
            </a:pPr>
            <a:r>
              <a:rPr lang="en-US" altLang="zh-CN" dirty="0" err="1"/>
              <a:t>SaleBean</a:t>
            </a:r>
            <a:r>
              <a:rPr lang="zh-CN" altLang="en-US" dirty="0"/>
              <a:t>：负责销售信息持久化</a:t>
            </a:r>
          </a:p>
          <a:p>
            <a:pPr lvl="1">
              <a:lnSpc>
                <a:spcPct val="80000"/>
              </a:lnSpc>
            </a:pPr>
            <a:r>
              <a:rPr lang="en-US" altLang="zh-CN" dirty="0" err="1"/>
              <a:t>ProductBean</a:t>
            </a:r>
            <a:r>
              <a:rPr lang="zh-CN" altLang="en-US" dirty="0"/>
              <a:t>：负责商品信息持久化</a:t>
            </a:r>
          </a:p>
          <a:p>
            <a:pPr lvl="1">
              <a:lnSpc>
                <a:spcPct val="80000"/>
              </a:lnSpc>
            </a:pPr>
            <a:r>
              <a:rPr lang="en-US" altLang="zh-CN" dirty="0" err="1"/>
              <a:t>ProductCatalogBean</a:t>
            </a:r>
            <a:r>
              <a:rPr lang="zh-CN" altLang="en-US" dirty="0"/>
              <a:t>：负责商品目录信息持久化  </a:t>
            </a:r>
            <a:r>
              <a:rPr lang="en-US" altLang="zh-CN" dirty="0"/>
              <a:t>……</a:t>
            </a:r>
            <a:endParaRPr lang="zh-CN" altLang="en-US" dirty="0"/>
          </a:p>
          <a:p>
            <a:pPr>
              <a:lnSpc>
                <a:spcPct val="80000"/>
              </a:lnSpc>
            </a:pPr>
            <a:r>
              <a:rPr lang="zh-CN" altLang="en-US" dirty="0"/>
              <a:t>以上类中都包含增加、修改、删除和查询操作，所以可以抽象出共同的接口：</a:t>
            </a:r>
          </a:p>
          <a:p>
            <a:pPr lvl="1">
              <a:lnSpc>
                <a:spcPct val="80000"/>
              </a:lnSpc>
            </a:pPr>
            <a:r>
              <a:rPr lang="zh-CN" altLang="en-US" dirty="0"/>
              <a:t> </a:t>
            </a:r>
            <a:r>
              <a:rPr lang="en-US" altLang="zh-CN" dirty="0" err="1"/>
              <a:t>IMapper</a:t>
            </a:r>
            <a:r>
              <a:rPr lang="en-US" altLang="zh-CN" dirty="0"/>
              <a:t> /</a:t>
            </a:r>
            <a:r>
              <a:rPr lang="en-US" altLang="zh-CN" dirty="0" err="1"/>
              <a:t>IBean</a:t>
            </a:r>
            <a:endParaRPr lang="en-US" altLang="zh-CN" dirty="0"/>
          </a:p>
        </p:txBody>
      </p:sp>
      <p:sp>
        <p:nvSpPr>
          <p:cNvPr id="7" name="日期占位符 6"/>
          <p:cNvSpPr>
            <a:spLocks noGrp="1"/>
          </p:cNvSpPr>
          <p:nvPr>
            <p:ph type="dt" sz="half" idx="10"/>
          </p:nvPr>
        </p:nvSpPr>
        <p:spPr/>
        <p:txBody>
          <a:bodyPr/>
          <a:lstStyle/>
          <a:p>
            <a:fld id="{1D5A94F4-4B4D-4387-ACC5-AFC8E2FF84F1}"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42</a:t>
            </a:fld>
            <a:endParaRPr lang="zh-CN" altLang="en-US" dirty="0"/>
          </a:p>
        </p:txBody>
      </p:sp>
      <p:pic>
        <p:nvPicPr>
          <p:cNvPr id="2" name="图片 1"/>
          <p:cNvPicPr>
            <a:picLocks noChangeAspect="1"/>
          </p:cNvPicPr>
          <p:nvPr/>
        </p:nvPicPr>
        <p:blipFill>
          <a:blip r:embed="rId2"/>
          <a:stretch>
            <a:fillRect/>
          </a:stretch>
        </p:blipFill>
        <p:spPr>
          <a:xfrm>
            <a:off x="3575720" y="3344410"/>
            <a:ext cx="4890819" cy="2927351"/>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墨迹 2"/>
              <p14:cNvContentPartPr/>
              <p14:nvPr/>
            </p14:nvContentPartPr>
            <p14:xfrm>
              <a:off x="831850" y="2051050"/>
              <a:ext cx="1441450" cy="69850"/>
            </p14:xfrm>
          </p:contentPart>
        </mc:Choice>
        <mc:Fallback xmlns="">
          <p:pic>
            <p:nvPicPr>
              <p:cNvPr id="3" name="墨迹 2"/>
            </p:nvPicPr>
            <p:blipFill>
              <a:blip r:embed="rId4"/>
            </p:blipFill>
            <p:spPr>
              <a:xfrm>
                <a:off x="831850" y="2051050"/>
                <a:ext cx="1441450" cy="69850"/>
              </a:xfrm>
              <a:prstGeom prst="rect"/>
            </p:spPr>
          </p:pic>
        </mc:Fallback>
      </mc:AlternateContent>
      <mc:AlternateContent xmlns:mc="http://schemas.openxmlformats.org/markup-compatibility/2006" xmlns:p14="http://schemas.microsoft.com/office/powerpoint/2010/main">
        <mc:Choice Requires="p14">
          <p:contentPart p14:bwMode="auto" r:id="rId5">
            <p14:nvContentPartPr>
              <p14:cNvPr id="4" name="墨迹 3"/>
              <p14:cNvContentPartPr/>
              <p14:nvPr/>
            </p14:nvContentPartPr>
            <p14:xfrm>
              <a:off x="4864100" y="3136900"/>
              <a:ext cx="2127250" cy="2019300"/>
            </p14:xfrm>
          </p:contentPart>
        </mc:Choice>
        <mc:Fallback xmlns="">
          <p:pic>
            <p:nvPicPr>
              <p:cNvPr id="4" name="墨迹 3"/>
            </p:nvPicPr>
            <p:blipFill>
              <a:blip r:embed="rId6"/>
            </p:blipFill>
            <p:spPr>
              <a:xfrm>
                <a:off x="4864100" y="3136900"/>
                <a:ext cx="2127250" cy="2019300"/>
              </a:xfrm>
              <a:prstGeom prst="rect"/>
            </p:spPr>
          </p:pic>
        </mc:Fallback>
      </mc:AlternateContent>
    </p:spTree>
  </p:cSld>
  <p:clrMapOvr>
    <a:masterClrMapping/>
  </p:clrMapOvr>
  <p:transition>
    <p:push/>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r>
              <a:rPr lang="en-US" altLang="zh-CN"/>
              <a:t>DBFacade</a:t>
            </a:r>
            <a:r>
              <a:rPr lang="zh-CN" altLang="en-US"/>
              <a:t>类设计</a:t>
            </a:r>
          </a:p>
        </p:txBody>
      </p:sp>
      <p:sp>
        <p:nvSpPr>
          <p:cNvPr id="63492" name="Rectangle 3"/>
          <p:cNvSpPr>
            <a:spLocks noGrp="1" noChangeArrowheads="1"/>
          </p:cNvSpPr>
          <p:nvPr>
            <p:ph idx="1"/>
          </p:nvPr>
        </p:nvSpPr>
        <p:spPr/>
        <p:txBody>
          <a:bodyPr/>
          <a:lstStyle/>
          <a:p>
            <a:r>
              <a:rPr lang="zh-CN" altLang="en-US" dirty="0"/>
              <a:t>问题二：哪个对象负责维护领域类和负责其持久化的对应</a:t>
            </a:r>
            <a:r>
              <a:rPr lang="en-US" altLang="zh-CN" dirty="0"/>
              <a:t>Mapper</a:t>
            </a:r>
            <a:r>
              <a:rPr lang="zh-CN" altLang="en-US" dirty="0"/>
              <a:t>类之间的对应关系？</a:t>
            </a:r>
          </a:p>
          <a:p>
            <a:r>
              <a:rPr lang="zh-CN" altLang="en-US" dirty="0"/>
              <a:t>设计类</a:t>
            </a:r>
            <a:r>
              <a:rPr lang="en-US" altLang="zh-CN" dirty="0" err="1"/>
              <a:t>DBFacade</a:t>
            </a:r>
            <a:r>
              <a:rPr lang="en-US" altLang="zh-CN" dirty="0"/>
              <a:t> </a:t>
            </a:r>
          </a:p>
        </p:txBody>
      </p:sp>
      <p:sp>
        <p:nvSpPr>
          <p:cNvPr id="63493" name="Rectangle 5"/>
          <p:cNvSpPr>
            <a:spLocks noChangeArrowheads="1"/>
          </p:cNvSpPr>
          <p:nvPr/>
        </p:nvSpPr>
        <p:spPr bwMode="auto">
          <a:xfrm>
            <a:off x="10483270" y="22965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7" name="日期占位符 6"/>
          <p:cNvSpPr>
            <a:spLocks noGrp="1"/>
          </p:cNvSpPr>
          <p:nvPr>
            <p:ph type="dt" sz="half" idx="10"/>
          </p:nvPr>
        </p:nvSpPr>
        <p:spPr/>
        <p:txBody>
          <a:bodyPr/>
          <a:lstStyle/>
          <a:p>
            <a:fld id="{E6A589FE-8885-42BA-8C48-07AB2C281F58}"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43</a:t>
            </a:fld>
            <a:endParaRPr lang="zh-CN" altLang="en-US" dirty="0"/>
          </a:p>
        </p:txBody>
      </p:sp>
      <p:pic>
        <p:nvPicPr>
          <p:cNvPr id="2" name="图片 1"/>
          <p:cNvPicPr>
            <a:picLocks noChangeAspect="1"/>
          </p:cNvPicPr>
          <p:nvPr/>
        </p:nvPicPr>
        <p:blipFill>
          <a:blip r:embed="rId3"/>
          <a:stretch>
            <a:fillRect/>
          </a:stretch>
        </p:blipFill>
        <p:spPr>
          <a:xfrm>
            <a:off x="2639616" y="2318635"/>
            <a:ext cx="7441809" cy="3547839"/>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墨迹 2"/>
              <p14:cNvContentPartPr/>
              <p14:nvPr/>
            </p14:nvContentPartPr>
            <p14:xfrm>
              <a:off x="1568450" y="2165350"/>
              <a:ext cx="1263650" cy="6350"/>
            </p14:xfrm>
          </p:contentPart>
        </mc:Choice>
        <mc:Fallback xmlns="">
          <p:pic>
            <p:nvPicPr>
              <p:cNvPr id="3" name="墨迹 2"/>
            </p:nvPicPr>
            <p:blipFill>
              <a:blip r:embed="rId5"/>
            </p:blipFill>
            <p:spPr>
              <a:xfrm>
                <a:off x="1568450" y="2165350"/>
                <a:ext cx="1263650" cy="635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4" name="墨迹 3"/>
              <p14:cNvContentPartPr/>
              <p14:nvPr/>
            </p14:nvContentPartPr>
            <p14:xfrm>
              <a:off x="5651500" y="2152650"/>
              <a:ext cx="1631950" cy="2165350"/>
            </p14:xfrm>
          </p:contentPart>
        </mc:Choice>
        <mc:Fallback xmlns="">
          <p:pic>
            <p:nvPicPr>
              <p:cNvPr id="4" name="墨迹 3"/>
            </p:nvPicPr>
            <p:blipFill>
              <a:blip r:embed="rId7"/>
            </p:blipFill>
            <p:spPr>
              <a:xfrm>
                <a:off x="5651500" y="2152650"/>
                <a:ext cx="1631950" cy="2165350"/>
              </a:xfrm>
              <a:prstGeom prst="rect"/>
            </p:spPr>
          </p:pic>
        </mc:Fallback>
      </mc:AlternateContent>
      <mc:AlternateContent xmlns:mc="http://schemas.openxmlformats.org/markup-compatibility/2006" xmlns:p14="http://schemas.microsoft.com/office/powerpoint/2010/main">
        <mc:Choice Requires="p14">
          <p:contentPart p14:bwMode="auto" r:id="rId8">
            <p14:nvContentPartPr>
              <p14:cNvPr id="5" name="墨迹 4"/>
              <p14:cNvContentPartPr/>
              <p14:nvPr/>
            </p14:nvContentPartPr>
            <p14:xfrm>
              <a:off x="2324100" y="2209800"/>
              <a:ext cx="2006600" cy="2324100"/>
            </p14:xfrm>
          </p:contentPart>
        </mc:Choice>
        <mc:Fallback xmlns="">
          <p:pic>
            <p:nvPicPr>
              <p:cNvPr id="5" name="墨迹 4"/>
            </p:nvPicPr>
            <p:blipFill>
              <a:blip r:embed="rId9"/>
            </p:blipFill>
            <p:spPr>
              <a:xfrm>
                <a:off x="2324100" y="2209800"/>
                <a:ext cx="2006600" cy="2324100"/>
              </a:xfrm>
              <a:prstGeom prst="rect"/>
            </p:spPr>
          </p:pic>
        </mc:Fallback>
      </mc:AlternateContent>
      <mc:AlternateContent xmlns:mc="http://schemas.openxmlformats.org/markup-compatibility/2006" xmlns:p14="http://schemas.microsoft.com/office/powerpoint/2010/main">
        <mc:Choice Requires="p14">
          <p:contentPart p14:bwMode="auto" r:id="rId10">
            <p14:nvContentPartPr>
              <p14:cNvPr id="6" name="墨迹 5"/>
              <p14:cNvContentPartPr/>
              <p14:nvPr/>
            </p14:nvContentPartPr>
            <p14:xfrm>
              <a:off x="7931150" y="2552700"/>
              <a:ext cx="2305050" cy="1327150"/>
            </p14:xfrm>
          </p:contentPart>
        </mc:Choice>
        <mc:Fallback xmlns="">
          <p:pic>
            <p:nvPicPr>
              <p:cNvPr id="6" name="墨迹 5"/>
            </p:nvPicPr>
            <p:blipFill>
              <a:blip r:embed="rId11"/>
            </p:blipFill>
            <p:spPr>
              <a:xfrm>
                <a:off x="7931150" y="2552700"/>
                <a:ext cx="2305050" cy="1327150"/>
              </a:xfrm>
              <a:prstGeom prst="rect"/>
            </p:spPr>
          </p:pic>
        </mc:Fallback>
      </mc:AlternateContent>
      <mc:AlternateContent xmlns:mc="http://schemas.openxmlformats.org/markup-compatibility/2006" xmlns:p14="http://schemas.microsoft.com/office/powerpoint/2010/main">
        <mc:Choice Requires="p14">
          <p:contentPart p14:bwMode="auto" r:id="rId12">
            <p14:nvContentPartPr>
              <p14:cNvPr id="10" name="墨迹 9"/>
              <p14:cNvContentPartPr/>
              <p14:nvPr/>
            </p14:nvContentPartPr>
            <p14:xfrm>
              <a:off x="3702050" y="4813300"/>
              <a:ext cx="57150" cy="927100"/>
            </p14:xfrm>
          </p:contentPart>
        </mc:Choice>
        <mc:Fallback xmlns="">
          <p:pic>
            <p:nvPicPr>
              <p:cNvPr id="10" name="墨迹 9"/>
            </p:nvPicPr>
            <p:blipFill>
              <a:blip r:embed="rId13"/>
            </p:blipFill>
            <p:spPr>
              <a:xfrm>
                <a:off x="3702050" y="4813300"/>
                <a:ext cx="57150" cy="927100"/>
              </a:xfrm>
              <a:prstGeom prst="rect"/>
            </p:spPr>
          </p:pic>
        </mc:Fallback>
      </mc:AlternateContent>
      <mc:AlternateContent xmlns:mc="http://schemas.openxmlformats.org/markup-compatibility/2006" xmlns:p14="http://schemas.microsoft.com/office/powerpoint/2010/main">
        <mc:Choice Requires="p14">
          <p:contentPart p14:bwMode="auto" r:id="rId14">
            <p14:nvContentPartPr>
              <p14:cNvPr id="11" name="墨迹 10"/>
              <p14:cNvContentPartPr/>
              <p14:nvPr/>
            </p14:nvContentPartPr>
            <p14:xfrm>
              <a:off x="3549650" y="4711700"/>
              <a:ext cx="6534150" cy="1320800"/>
            </p14:xfrm>
          </p:contentPart>
        </mc:Choice>
        <mc:Fallback xmlns="">
          <p:pic>
            <p:nvPicPr>
              <p:cNvPr id="11" name="墨迹 10"/>
            </p:nvPicPr>
            <p:blipFill>
              <a:blip r:embed="rId15"/>
            </p:blipFill>
            <p:spPr>
              <a:xfrm>
                <a:off x="3549650" y="4711700"/>
                <a:ext cx="6534150" cy="1320800"/>
              </a:xfrm>
              <a:prstGeom prst="rect"/>
            </p:spPr>
          </p:pic>
        </mc:Fallback>
      </mc:AlternateContent>
    </p:spTree>
  </p:cSld>
  <p:clrMapOvr>
    <a:masterClrMapping/>
  </p:clrMapOvr>
  <p:transition>
    <p:push/>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r>
              <a:rPr lang="zh-CN" altLang="en-US" dirty="0"/>
              <a:t>销售信息持久化过程</a:t>
            </a:r>
          </a:p>
        </p:txBody>
      </p:sp>
      <p:sp>
        <p:nvSpPr>
          <p:cNvPr id="65540" name="Rectangle 3"/>
          <p:cNvSpPr>
            <a:spLocks noGrp="1" noChangeArrowheads="1"/>
          </p:cNvSpPr>
          <p:nvPr>
            <p:ph idx="1"/>
          </p:nvPr>
        </p:nvSpPr>
        <p:spPr>
          <a:xfrm>
            <a:off x="335361" y="1005108"/>
            <a:ext cx="11593284" cy="5171855"/>
          </a:xfrm>
        </p:spPr>
        <p:txBody>
          <a:bodyPr/>
          <a:lstStyle/>
          <a:p>
            <a:r>
              <a:rPr lang="en-US" altLang="zh-CN" sz="2400" dirty="0"/>
              <a:t>Sale </a:t>
            </a:r>
            <a:r>
              <a:rPr lang="zh-CN" altLang="en-US" sz="2400" dirty="0"/>
              <a:t>对象实例化</a:t>
            </a:r>
            <a:r>
              <a:rPr lang="en-US" altLang="zh-CN" sz="2400" dirty="0"/>
              <a:t>Sale</a:t>
            </a:r>
            <a:r>
              <a:rPr lang="zh-CN" altLang="en-US" sz="2400" dirty="0"/>
              <a:t>类得到对象</a:t>
            </a:r>
            <a:r>
              <a:rPr lang="en-US" altLang="zh-CN" sz="2400" dirty="0"/>
              <a:t>s</a:t>
            </a:r>
            <a:r>
              <a:rPr lang="zh-CN" altLang="en-US" sz="2400" dirty="0"/>
              <a:t>；</a:t>
            </a:r>
          </a:p>
          <a:p>
            <a:r>
              <a:rPr lang="zh-CN" altLang="en-US" sz="2400" dirty="0"/>
              <a:t>调用持久化层</a:t>
            </a:r>
            <a:r>
              <a:rPr lang="en-US" altLang="zh-CN" sz="2400" dirty="0" err="1"/>
              <a:t>DBFacade</a:t>
            </a:r>
            <a:r>
              <a:rPr lang="zh-CN" altLang="en-US" sz="2400" dirty="0"/>
              <a:t>对象的</a:t>
            </a:r>
            <a:r>
              <a:rPr lang="en-US" altLang="zh-CN" sz="2400" dirty="0"/>
              <a:t>insert</a:t>
            </a:r>
            <a:r>
              <a:rPr lang="zh-CN" altLang="en-US" sz="2400" dirty="0"/>
              <a:t>操作，即向</a:t>
            </a:r>
            <a:r>
              <a:rPr lang="en-US" altLang="zh-CN" sz="2400" dirty="0" err="1"/>
              <a:t>DBFacade</a:t>
            </a:r>
            <a:r>
              <a:rPr lang="zh-CN" altLang="en-US" sz="2400" dirty="0"/>
              <a:t>发送</a:t>
            </a:r>
            <a:r>
              <a:rPr lang="en-US" altLang="zh-CN" sz="2400" dirty="0"/>
              <a:t>insert</a:t>
            </a:r>
            <a:r>
              <a:rPr lang="zh-CN" altLang="en-US" sz="2400" dirty="0"/>
              <a:t>消息；</a:t>
            </a:r>
          </a:p>
          <a:p>
            <a:r>
              <a:rPr lang="en-US" altLang="zh-CN" sz="2400" dirty="0"/>
              <a:t>insert</a:t>
            </a:r>
            <a:r>
              <a:rPr lang="zh-CN" altLang="en-US" sz="2400" dirty="0"/>
              <a:t>操作调用</a:t>
            </a:r>
            <a:r>
              <a:rPr lang="en-US" altLang="zh-CN" sz="2400" dirty="0" err="1"/>
              <a:t>DBFacade</a:t>
            </a:r>
            <a:r>
              <a:rPr lang="zh-CN" altLang="en-US" sz="2400" dirty="0"/>
              <a:t>对象的</a:t>
            </a:r>
            <a:r>
              <a:rPr lang="en-US" altLang="zh-CN" sz="2400" dirty="0" err="1"/>
              <a:t>getMapper</a:t>
            </a:r>
            <a:r>
              <a:rPr lang="zh-CN" altLang="en-US" sz="2400" dirty="0"/>
              <a:t>来获取负责对类</a:t>
            </a:r>
            <a:r>
              <a:rPr lang="en-US" altLang="zh-CN" sz="2400" dirty="0"/>
              <a:t>Sale</a:t>
            </a:r>
            <a:r>
              <a:rPr lang="zh-CN" altLang="en-US" sz="2400" dirty="0"/>
              <a:t>的对象进行持久化的对象</a:t>
            </a:r>
            <a:r>
              <a:rPr lang="en-US" altLang="zh-CN" sz="2400" dirty="0" err="1"/>
              <a:t>SaleBean</a:t>
            </a:r>
            <a:r>
              <a:rPr lang="zh-CN" altLang="en-US" sz="2400" dirty="0"/>
              <a:t>；</a:t>
            </a:r>
          </a:p>
          <a:p>
            <a:r>
              <a:rPr lang="en-US" altLang="zh-CN" sz="2400" dirty="0"/>
              <a:t>insert</a:t>
            </a:r>
            <a:r>
              <a:rPr lang="zh-CN" altLang="en-US" sz="2400" dirty="0"/>
              <a:t>操作调用</a:t>
            </a:r>
            <a:r>
              <a:rPr lang="en-US" altLang="zh-CN" sz="2400" dirty="0" err="1"/>
              <a:t>SaleBean</a:t>
            </a:r>
            <a:r>
              <a:rPr lang="zh-CN" altLang="en-US" sz="2400" dirty="0"/>
              <a:t>对象的</a:t>
            </a:r>
            <a:r>
              <a:rPr lang="en-US" altLang="zh-CN" sz="2400" dirty="0"/>
              <a:t>insert</a:t>
            </a:r>
            <a:r>
              <a:rPr lang="zh-CN" altLang="en-US" sz="2400" dirty="0"/>
              <a:t>操作，让其将</a:t>
            </a:r>
            <a:r>
              <a:rPr lang="en-US" altLang="zh-CN" sz="2400" dirty="0"/>
              <a:t>s</a:t>
            </a:r>
            <a:r>
              <a:rPr lang="zh-CN" altLang="en-US" sz="2400" dirty="0"/>
              <a:t>对象持久化到存储介质。</a:t>
            </a:r>
          </a:p>
        </p:txBody>
      </p:sp>
      <p:sp>
        <p:nvSpPr>
          <p:cNvPr id="7" name="日期占位符 6"/>
          <p:cNvSpPr>
            <a:spLocks noGrp="1"/>
          </p:cNvSpPr>
          <p:nvPr>
            <p:ph type="dt" sz="half" idx="10"/>
          </p:nvPr>
        </p:nvSpPr>
        <p:spPr/>
        <p:txBody>
          <a:bodyPr/>
          <a:lstStyle/>
          <a:p>
            <a:fld id="{899AC8DA-33FF-4A9D-93C6-3629A1697D52}"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44</a:t>
            </a:fld>
            <a:endParaRPr lang="zh-CN" altLang="en-US" dirty="0"/>
          </a:p>
        </p:txBody>
      </p:sp>
      <p:sp>
        <p:nvSpPr>
          <p:cNvPr id="65541" name="Rectangle 5"/>
          <p:cNvSpPr>
            <a:spLocks noChangeArrowheads="1"/>
          </p:cNvSpPr>
          <p:nvPr/>
        </p:nvSpPr>
        <p:spPr bwMode="auto">
          <a:xfrm>
            <a:off x="1048327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pic>
        <p:nvPicPr>
          <p:cNvPr id="2" name="图片 1"/>
          <p:cNvPicPr>
            <a:picLocks noChangeAspect="1"/>
          </p:cNvPicPr>
          <p:nvPr/>
        </p:nvPicPr>
        <p:blipFill>
          <a:blip r:embed="rId3"/>
          <a:stretch>
            <a:fillRect/>
          </a:stretch>
        </p:blipFill>
        <p:spPr>
          <a:xfrm>
            <a:off x="3863752" y="3475996"/>
            <a:ext cx="4538969" cy="2700967"/>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墨迹 2"/>
              <p14:cNvContentPartPr/>
              <p14:nvPr/>
            </p14:nvContentPartPr>
            <p14:xfrm>
              <a:off x="3663950" y="3073400"/>
              <a:ext cx="5264150" cy="3098800"/>
            </p14:xfrm>
          </p:contentPart>
        </mc:Choice>
        <mc:Fallback xmlns="">
          <p:pic>
            <p:nvPicPr>
              <p:cNvPr id="3" name="墨迹 2"/>
            </p:nvPicPr>
            <p:blipFill>
              <a:blip r:embed="rId5"/>
            </p:blipFill>
            <p:spPr>
              <a:xfrm>
                <a:off x="3663950" y="3073400"/>
                <a:ext cx="5264150" cy="3098800"/>
              </a:xfrm>
              <a:prstGeom prst="rect"/>
            </p:spPr>
          </p:pic>
        </mc:Fallback>
      </mc:AlternateContent>
    </p:spTree>
  </p:cSld>
  <p:clrMapOvr>
    <a:masterClrMapping/>
  </p:clrMapOvr>
  <p:transition>
    <p:push/>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p:txBody>
          <a:bodyPr/>
          <a:lstStyle/>
          <a:p>
            <a:r>
              <a:rPr lang="zh-CN" altLang="en-US" dirty="0"/>
              <a:t>创建设计类图</a:t>
            </a:r>
          </a:p>
        </p:txBody>
      </p:sp>
      <p:sp>
        <p:nvSpPr>
          <p:cNvPr id="68612" name="Rectangle 3"/>
          <p:cNvSpPr>
            <a:spLocks noGrp="1" noChangeArrowheads="1"/>
          </p:cNvSpPr>
          <p:nvPr>
            <p:ph idx="1"/>
          </p:nvPr>
        </p:nvSpPr>
        <p:spPr>
          <a:xfrm>
            <a:off x="335361" y="908720"/>
            <a:ext cx="11593284" cy="5268243"/>
          </a:xfrm>
        </p:spPr>
        <p:txBody>
          <a:bodyPr>
            <a:normAutofit lnSpcReduction="10000"/>
          </a:bodyPr>
          <a:lstStyle/>
          <a:p>
            <a:r>
              <a:rPr lang="zh-CN" altLang="en-US" dirty="0"/>
              <a:t>通过类职责分配，找出了实现用例的类，以及类的职责。结合分析阶段的领域模型，可以得到设计阶段的类图，简称设计类图。</a:t>
            </a:r>
          </a:p>
          <a:p>
            <a:r>
              <a:rPr lang="zh-CN" altLang="en-US" dirty="0"/>
              <a:t>设计类图中主要定义</a:t>
            </a:r>
            <a:r>
              <a:rPr lang="zh-CN" altLang="en-US" dirty="0">
                <a:solidFill>
                  <a:srgbClr val="FF0000"/>
                </a:solidFill>
              </a:rPr>
              <a:t>类、类的属性和操作</a:t>
            </a:r>
            <a:r>
              <a:rPr lang="zh-CN" altLang="en-US" dirty="0"/>
              <a:t>，但是不定义实现操作的算法。</a:t>
            </a:r>
            <a:endParaRPr lang="en-US" altLang="zh-CN" dirty="0"/>
          </a:p>
          <a:p>
            <a:pPr marL="342900" lvl="1" indent="0">
              <a:buNone/>
            </a:pPr>
            <a:r>
              <a:rPr lang="en-US" altLang="zh-CN" dirty="0"/>
              <a:t>1</a:t>
            </a:r>
            <a:r>
              <a:rPr lang="zh-CN" altLang="en-US" dirty="0"/>
              <a:t>、通过扫描所有的交互图以及领域模型中涉及的类，识别软件类。</a:t>
            </a:r>
          </a:p>
          <a:p>
            <a:pPr marL="342900" lvl="1" indent="0">
              <a:buNone/>
            </a:pPr>
            <a:r>
              <a:rPr lang="en-US" altLang="zh-CN" dirty="0"/>
              <a:t>2</a:t>
            </a:r>
            <a:r>
              <a:rPr lang="zh-CN" altLang="en-US" dirty="0"/>
              <a:t>、将领域模型中已经识别出来的部分属性添加到类中。</a:t>
            </a:r>
          </a:p>
          <a:p>
            <a:pPr marL="342900" lvl="1" indent="0">
              <a:buNone/>
            </a:pPr>
            <a:r>
              <a:rPr lang="en-US" altLang="zh-CN" dirty="0"/>
              <a:t>3</a:t>
            </a:r>
            <a:r>
              <a:rPr lang="zh-CN" altLang="en-US" dirty="0"/>
              <a:t>、根据交互图为软件类添加方法。</a:t>
            </a:r>
            <a:r>
              <a:rPr lang="zh-CN" altLang="en-US" dirty="0">
                <a:highlight>
                  <a:srgbClr val="FFFF00"/>
                </a:highlight>
              </a:rPr>
              <a:t>忽略软件类的构造函数和</a:t>
            </a:r>
            <a:r>
              <a:rPr lang="en-US" altLang="zh-CN" dirty="0">
                <a:highlight>
                  <a:srgbClr val="FFFF00"/>
                </a:highlight>
              </a:rPr>
              <a:t>get/set</a:t>
            </a:r>
            <a:r>
              <a:rPr lang="zh-CN" altLang="en-US" dirty="0">
                <a:highlight>
                  <a:srgbClr val="FFFF00"/>
                </a:highlight>
              </a:rPr>
              <a:t>方法；</a:t>
            </a:r>
            <a:endParaRPr lang="en-US" altLang="zh-CN" dirty="0">
              <a:highlight>
                <a:srgbClr val="FFFF00"/>
              </a:highlight>
            </a:endParaRPr>
          </a:p>
          <a:p>
            <a:pPr marL="342900" lvl="1" indent="0">
              <a:buNone/>
            </a:pPr>
            <a:r>
              <a:rPr lang="en-US" altLang="zh-CN" dirty="0"/>
              <a:t>4</a:t>
            </a:r>
            <a:r>
              <a:rPr lang="zh-CN" altLang="en-US" dirty="0"/>
              <a:t>、添加更多的类型信息。包括属性类型、方法参数类型以及返回类型。</a:t>
            </a:r>
          </a:p>
          <a:p>
            <a:pPr marL="342900" lvl="1" indent="0">
              <a:buNone/>
            </a:pPr>
            <a:r>
              <a:rPr lang="en-US" altLang="zh-CN" dirty="0"/>
              <a:t>5</a:t>
            </a:r>
            <a:r>
              <a:rPr lang="zh-CN" altLang="en-US" dirty="0"/>
              <a:t>、添加关联和导航。</a:t>
            </a:r>
            <a:r>
              <a:rPr lang="zh-CN" altLang="zh-CN" dirty="0"/>
              <a:t>定义</a:t>
            </a:r>
            <a:r>
              <a:rPr lang="en-US" altLang="zh-CN" dirty="0"/>
              <a:t>A</a:t>
            </a:r>
            <a:r>
              <a:rPr lang="zh-CN" altLang="zh-CN" dirty="0"/>
              <a:t>到</a:t>
            </a:r>
            <a:r>
              <a:rPr lang="en-US" altLang="zh-CN" dirty="0"/>
              <a:t>B</a:t>
            </a:r>
            <a:r>
              <a:rPr lang="zh-CN" altLang="zh-CN" dirty="0"/>
              <a:t>带导航修饰关联的常见情况有以下几种：</a:t>
            </a:r>
          </a:p>
          <a:p>
            <a:pPr lvl="2"/>
            <a:r>
              <a:rPr lang="en-US" altLang="zh-CN" dirty="0"/>
              <a:t>A</a:t>
            </a:r>
            <a:r>
              <a:rPr lang="zh-CN" altLang="zh-CN" dirty="0"/>
              <a:t>发送一个消息到</a:t>
            </a:r>
            <a:r>
              <a:rPr lang="en-US" altLang="zh-CN" dirty="0"/>
              <a:t>B</a:t>
            </a:r>
            <a:r>
              <a:rPr lang="zh-CN" altLang="zh-CN" dirty="0"/>
              <a:t>；</a:t>
            </a:r>
          </a:p>
          <a:p>
            <a:pPr lvl="2"/>
            <a:r>
              <a:rPr lang="en-US" altLang="zh-CN" dirty="0"/>
              <a:t>A</a:t>
            </a:r>
            <a:r>
              <a:rPr lang="zh-CN" altLang="zh-CN" dirty="0"/>
              <a:t>创建一个</a:t>
            </a:r>
            <a:r>
              <a:rPr lang="en-US" altLang="zh-CN" dirty="0"/>
              <a:t>B</a:t>
            </a:r>
            <a:r>
              <a:rPr lang="zh-CN" altLang="zh-CN" dirty="0"/>
              <a:t>的实例；</a:t>
            </a:r>
          </a:p>
          <a:p>
            <a:pPr lvl="2"/>
            <a:r>
              <a:rPr lang="en-US" altLang="zh-CN" dirty="0"/>
              <a:t>A</a:t>
            </a:r>
            <a:r>
              <a:rPr lang="zh-CN" altLang="zh-CN" dirty="0"/>
              <a:t>需要维护到</a:t>
            </a:r>
            <a:r>
              <a:rPr lang="en-US" altLang="zh-CN" dirty="0"/>
              <a:t>B</a:t>
            </a:r>
            <a:r>
              <a:rPr lang="zh-CN" altLang="zh-CN" dirty="0"/>
              <a:t>的一个连接。</a:t>
            </a:r>
            <a:endParaRPr lang="zh-CN" altLang="en-US" dirty="0"/>
          </a:p>
          <a:p>
            <a:pPr marL="342900" lvl="1" indent="0">
              <a:buNone/>
            </a:pPr>
            <a:r>
              <a:rPr lang="en-US" altLang="zh-CN" dirty="0"/>
              <a:t>6</a:t>
            </a:r>
            <a:r>
              <a:rPr lang="zh-CN" altLang="en-US" dirty="0"/>
              <a:t>、类成员的细节表示（可选）。如成员的属性可见性，方法体的描述等。</a:t>
            </a:r>
          </a:p>
          <a:p>
            <a:pPr lvl="1"/>
            <a:endParaRPr lang="zh-CN" altLang="en-US" dirty="0"/>
          </a:p>
          <a:p>
            <a:endParaRPr lang="zh-CN" altLang="en-US" dirty="0"/>
          </a:p>
          <a:p>
            <a:pPr lvl="1"/>
            <a:endParaRPr lang="en-US" altLang="zh-CN" dirty="0"/>
          </a:p>
        </p:txBody>
      </p:sp>
      <p:sp>
        <p:nvSpPr>
          <p:cNvPr id="7" name="日期占位符 6"/>
          <p:cNvSpPr>
            <a:spLocks noGrp="1"/>
          </p:cNvSpPr>
          <p:nvPr>
            <p:ph type="dt" sz="half" idx="10"/>
          </p:nvPr>
        </p:nvSpPr>
        <p:spPr/>
        <p:txBody>
          <a:bodyPr/>
          <a:lstStyle/>
          <a:p>
            <a:fld id="{9A041436-3C19-472C-AA82-CCD7BCA12080}"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45</a:t>
            </a:fld>
            <a:endParaRPr lang="zh-CN" altLang="en-US" dirty="0"/>
          </a:p>
        </p:txBody>
      </p:sp>
    </p:spTree>
  </p:cSld>
  <p:clrMapOvr>
    <a:masterClrMapping/>
  </p:clrMapOvr>
  <p:transition>
    <p:push/>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ChangeArrowheads="1"/>
          </p:cNvSpPr>
          <p:nvPr>
            <p:ph type="title"/>
          </p:nvPr>
        </p:nvSpPr>
        <p:spPr/>
        <p:txBody>
          <a:bodyPr/>
          <a:lstStyle/>
          <a:p>
            <a:r>
              <a:rPr lang="zh-CN" altLang="en-US"/>
              <a:t>控制器</a:t>
            </a:r>
            <a:r>
              <a:rPr lang="en-US" altLang="zh-CN"/>
              <a:t>/</a:t>
            </a:r>
            <a:r>
              <a:rPr lang="zh-CN" altLang="en-US"/>
              <a:t>处理层设计类图 </a:t>
            </a:r>
          </a:p>
        </p:txBody>
      </p:sp>
      <p:sp>
        <p:nvSpPr>
          <p:cNvPr id="73732" name="Rectangle 3"/>
          <p:cNvSpPr>
            <a:spLocks noGrp="1" noChangeArrowheads="1"/>
          </p:cNvSpPr>
          <p:nvPr>
            <p:ph idx="1"/>
          </p:nvPr>
        </p:nvSpPr>
        <p:spPr/>
        <p:txBody>
          <a:bodyPr/>
          <a:lstStyle/>
          <a:p>
            <a:endParaRPr lang="zh-CN" altLang="zh-CN" dirty="0"/>
          </a:p>
        </p:txBody>
      </p:sp>
      <p:sp>
        <p:nvSpPr>
          <p:cNvPr id="7" name="日期占位符 6"/>
          <p:cNvSpPr>
            <a:spLocks noGrp="1"/>
          </p:cNvSpPr>
          <p:nvPr>
            <p:ph type="dt" sz="half" idx="10"/>
          </p:nvPr>
        </p:nvSpPr>
        <p:spPr/>
        <p:txBody>
          <a:bodyPr/>
          <a:lstStyle/>
          <a:p>
            <a:fld id="{1010B07E-66D4-4EC4-BE06-C3543221716A}"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46</a:t>
            </a:fld>
            <a:endParaRPr lang="zh-CN" altLang="en-US" dirty="0"/>
          </a:p>
        </p:txBody>
      </p:sp>
      <p:pic>
        <p:nvPicPr>
          <p:cNvPr id="2" name="图片 1"/>
          <p:cNvPicPr>
            <a:picLocks noChangeAspect="1"/>
          </p:cNvPicPr>
          <p:nvPr/>
        </p:nvPicPr>
        <p:blipFill>
          <a:blip r:embed="rId2"/>
          <a:stretch>
            <a:fillRect/>
          </a:stretch>
        </p:blipFill>
        <p:spPr>
          <a:xfrm>
            <a:off x="1919536" y="813463"/>
            <a:ext cx="8136767" cy="5411345"/>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墨迹 2"/>
              <p14:cNvContentPartPr/>
              <p14:nvPr/>
            </p14:nvContentPartPr>
            <p14:xfrm>
              <a:off x="1981200" y="2171700"/>
              <a:ext cx="8559800" cy="730250"/>
            </p14:xfrm>
          </p:contentPart>
        </mc:Choice>
        <mc:Fallback xmlns="">
          <p:pic>
            <p:nvPicPr>
              <p:cNvPr id="3" name="墨迹 2"/>
            </p:nvPicPr>
            <p:blipFill>
              <a:blip r:embed="rId4"/>
            </p:blipFill>
            <p:spPr>
              <a:xfrm>
                <a:off x="1981200" y="2171700"/>
                <a:ext cx="8559800" cy="730250"/>
              </a:xfrm>
              <a:prstGeom prst="rect"/>
            </p:spPr>
          </p:pic>
        </mc:Fallback>
      </mc:AlternateContent>
      <mc:AlternateContent xmlns:mc="http://schemas.openxmlformats.org/markup-compatibility/2006" xmlns:p14="http://schemas.microsoft.com/office/powerpoint/2010/main">
        <mc:Choice Requires="p14">
          <p:contentPart p14:bwMode="auto" r:id="rId5">
            <p14:nvContentPartPr>
              <p14:cNvPr id="4" name="墨迹 3"/>
              <p14:cNvContentPartPr/>
              <p14:nvPr/>
            </p14:nvContentPartPr>
            <p14:xfrm>
              <a:off x="1847850" y="5695950"/>
              <a:ext cx="8515350" cy="546100"/>
            </p14:xfrm>
          </p:contentPart>
        </mc:Choice>
        <mc:Fallback xmlns="">
          <p:pic>
            <p:nvPicPr>
              <p:cNvPr id="4" name="墨迹 3"/>
            </p:nvPicPr>
            <p:blipFill>
              <a:blip r:embed="rId6"/>
            </p:blipFill>
            <p:spPr>
              <a:xfrm>
                <a:off x="1847850" y="5695950"/>
                <a:ext cx="8515350" cy="546100"/>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5" name="墨迹 4"/>
              <p14:cNvContentPartPr/>
              <p14:nvPr/>
            </p14:nvContentPartPr>
            <p14:xfrm>
              <a:off x="2057400" y="2400300"/>
              <a:ext cx="7651750" cy="190500"/>
            </p14:xfrm>
          </p:contentPart>
        </mc:Choice>
        <mc:Fallback xmlns="">
          <p:pic>
            <p:nvPicPr>
              <p:cNvPr id="5" name="墨迹 4"/>
            </p:nvPicPr>
            <p:blipFill>
              <a:blip r:embed="rId8"/>
            </p:blipFill>
            <p:spPr>
              <a:xfrm>
                <a:off x="2057400" y="2400300"/>
                <a:ext cx="7651750" cy="190500"/>
              </a:xfrm>
              <a:prstGeom prst="rect"/>
            </p:spPr>
          </p:pic>
        </mc:Fallback>
      </mc:AlternateContent>
      <mc:AlternateContent xmlns:mc="http://schemas.openxmlformats.org/markup-compatibility/2006" xmlns:p14="http://schemas.microsoft.com/office/powerpoint/2010/main">
        <mc:Choice Requires="p14">
          <p:contentPart p14:bwMode="auto" r:id="rId9">
            <p14:nvContentPartPr>
              <p14:cNvPr id="6" name="墨迹 5"/>
              <p14:cNvContentPartPr/>
              <p14:nvPr/>
            </p14:nvContentPartPr>
            <p14:xfrm>
              <a:off x="8185150" y="2108200"/>
              <a:ext cx="1562100" cy="393700"/>
            </p14:xfrm>
          </p:contentPart>
        </mc:Choice>
        <mc:Fallback xmlns="">
          <p:pic>
            <p:nvPicPr>
              <p:cNvPr id="6" name="墨迹 5"/>
            </p:nvPicPr>
            <p:blipFill>
              <a:blip r:embed="rId10"/>
            </p:blipFill>
            <p:spPr>
              <a:xfrm>
                <a:off x="8185150" y="2108200"/>
                <a:ext cx="1562100" cy="393700"/>
              </a:xfrm>
              <a:prstGeom prst="rect"/>
            </p:spPr>
          </p:pic>
        </mc:Fallback>
      </mc:AlternateContent>
      <mc:AlternateContent xmlns:mc="http://schemas.openxmlformats.org/markup-compatibility/2006" xmlns:p14="http://schemas.microsoft.com/office/powerpoint/2010/main">
        <mc:Choice Requires="p14">
          <p:contentPart p14:bwMode="auto" r:id="rId11">
            <p14:nvContentPartPr>
              <p14:cNvPr id="10" name="墨迹 9"/>
              <p14:cNvContentPartPr/>
              <p14:nvPr/>
            </p14:nvContentPartPr>
            <p14:xfrm>
              <a:off x="7797800" y="5740400"/>
              <a:ext cx="1847850" cy="330200"/>
            </p14:xfrm>
          </p:contentPart>
        </mc:Choice>
        <mc:Fallback xmlns="">
          <p:pic>
            <p:nvPicPr>
              <p:cNvPr id="10" name="墨迹 9"/>
            </p:nvPicPr>
            <p:blipFill>
              <a:blip r:embed="rId12"/>
            </p:blipFill>
            <p:spPr>
              <a:xfrm>
                <a:off x="7797800" y="5740400"/>
                <a:ext cx="1847850" cy="330200"/>
              </a:xfrm>
              <a:prstGeom prst="rect"/>
            </p:spPr>
          </p:pic>
        </mc:Fallback>
      </mc:AlternateContent>
    </p:spTree>
  </p:cSld>
  <p:clrMapOvr>
    <a:masterClrMapping/>
  </p:clrMapOvr>
  <p:transition>
    <p:push/>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a:lstStyle/>
          <a:p>
            <a:r>
              <a:rPr lang="en-US" altLang="zh-CN" dirty="0" err="1"/>
              <a:t>startUp</a:t>
            </a:r>
            <a:r>
              <a:rPr lang="zh-CN" altLang="en-US" dirty="0"/>
              <a:t>设计</a:t>
            </a:r>
          </a:p>
        </p:txBody>
      </p:sp>
      <p:sp>
        <p:nvSpPr>
          <p:cNvPr id="76804" name="Rectangle 3"/>
          <p:cNvSpPr>
            <a:spLocks noGrp="1" noChangeArrowheads="1"/>
          </p:cNvSpPr>
          <p:nvPr>
            <p:ph idx="1"/>
          </p:nvPr>
        </p:nvSpPr>
        <p:spPr/>
        <p:txBody>
          <a:bodyPr>
            <a:normAutofit/>
          </a:bodyPr>
          <a:lstStyle/>
          <a:p>
            <a:r>
              <a:rPr lang="zh-CN" altLang="en-US" dirty="0"/>
              <a:t>大多数系统在启动过程中都要做一些系统初始化操作，通过设置一个</a:t>
            </a:r>
            <a:r>
              <a:rPr lang="en-US" altLang="zh-CN" dirty="0" err="1"/>
              <a:t>startUp</a:t>
            </a:r>
            <a:r>
              <a:rPr lang="zh-CN" altLang="en-US" dirty="0"/>
              <a:t>功能来完成相关初始化工作。</a:t>
            </a:r>
          </a:p>
          <a:p>
            <a:r>
              <a:rPr lang="en-US" altLang="zh-CN" dirty="0" err="1"/>
              <a:t>startUp</a:t>
            </a:r>
            <a:r>
              <a:rPr lang="zh-CN" altLang="en-US" dirty="0"/>
              <a:t>的实现：</a:t>
            </a:r>
            <a:endParaRPr lang="en-US" altLang="zh-CN" dirty="0"/>
          </a:p>
          <a:p>
            <a:pPr lvl="1"/>
            <a:r>
              <a:rPr lang="zh-CN" altLang="en-US" dirty="0"/>
              <a:t>需要初始化的领域对象有哪些？</a:t>
            </a:r>
            <a:endParaRPr lang="en-US" altLang="zh-CN" dirty="0"/>
          </a:p>
          <a:p>
            <a:pPr lvl="2"/>
            <a:r>
              <a:rPr lang="zh-CN" altLang="en-US" dirty="0"/>
              <a:t>具有组合或聚合关系的根类；</a:t>
            </a:r>
            <a:endParaRPr lang="en-US" altLang="zh-CN" dirty="0"/>
          </a:p>
          <a:p>
            <a:pPr lvl="2"/>
            <a:r>
              <a:rPr lang="zh-CN" altLang="en-US" dirty="0"/>
              <a:t>具有持久化保存的信息类；</a:t>
            </a:r>
            <a:endParaRPr lang="en-US" altLang="zh-CN" dirty="0"/>
          </a:p>
          <a:p>
            <a:pPr lvl="2"/>
            <a:r>
              <a:rPr lang="zh-CN" altLang="en-US" dirty="0"/>
              <a:t>控制器类；</a:t>
            </a:r>
            <a:endParaRPr lang="en-US" altLang="zh-CN" dirty="0"/>
          </a:p>
          <a:p>
            <a:pPr lvl="1"/>
            <a:r>
              <a:rPr lang="zh-CN" altLang="en-US" dirty="0"/>
              <a:t>软件服务如何启动？</a:t>
            </a:r>
            <a:endParaRPr lang="en-US" altLang="zh-CN" dirty="0"/>
          </a:p>
          <a:p>
            <a:pPr lvl="2"/>
            <a:r>
              <a:rPr lang="zh-CN" altLang="en-US" dirty="0"/>
              <a:t>建立一个初始领域对象，由它负责后续直接领域对象的创建。</a:t>
            </a:r>
          </a:p>
          <a:p>
            <a:pPr lvl="2"/>
            <a:r>
              <a:rPr lang="zh-CN" altLang="en-US" dirty="0"/>
              <a:t>应用发送</a:t>
            </a:r>
            <a:r>
              <a:rPr lang="en-US" altLang="zh-CN" dirty="0"/>
              <a:t>create</a:t>
            </a:r>
            <a:r>
              <a:rPr lang="zh-CN" altLang="en-US" dirty="0"/>
              <a:t>消息以创建初始领域对象</a:t>
            </a:r>
          </a:p>
          <a:p>
            <a:pPr lvl="2"/>
            <a:r>
              <a:rPr lang="zh-CN" altLang="en-US" dirty="0"/>
              <a:t>如果初始领域对象控制进程，则应用继续发送</a:t>
            </a:r>
            <a:r>
              <a:rPr lang="en-US" altLang="zh-CN" dirty="0"/>
              <a:t>run</a:t>
            </a:r>
            <a:r>
              <a:rPr lang="zh-CN" altLang="en-US" dirty="0"/>
              <a:t>消息给初始领域对象，移交应用控制权。</a:t>
            </a:r>
          </a:p>
          <a:p>
            <a:pPr lvl="2"/>
            <a:endParaRPr lang="zh-CN" altLang="en-US" dirty="0"/>
          </a:p>
        </p:txBody>
      </p:sp>
      <p:sp>
        <p:nvSpPr>
          <p:cNvPr id="7" name="日期占位符 6"/>
          <p:cNvSpPr>
            <a:spLocks noGrp="1"/>
          </p:cNvSpPr>
          <p:nvPr>
            <p:ph type="dt" sz="half" idx="10"/>
          </p:nvPr>
        </p:nvSpPr>
        <p:spPr/>
        <p:txBody>
          <a:bodyPr/>
          <a:lstStyle/>
          <a:p>
            <a:fld id="{CAB307FD-3998-4758-A2A8-625E06ED4CA9}" type="datetime1">
              <a:rPr lang="zh-CN" altLang="en-US" smtClean="0"/>
              <a:t>2025/1/4</a:t>
            </a:fld>
            <a:endParaRPr lang="zh-CN" altLang="en-US" dirty="0"/>
          </a:p>
        </p:txBody>
      </p:sp>
      <p:sp>
        <p:nvSpPr>
          <p:cNvPr id="8" name="页脚占位符 7"/>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t>47</a:t>
            </a:fld>
            <a:endParaRPr lang="zh-CN" altLang="en-US" dirty="0"/>
          </a:p>
        </p:txBody>
      </p:sp>
    </p:spTree>
  </p:cSld>
  <p:clrMapOvr>
    <a:masterClrMapping/>
  </p:clrMapOvr>
  <p:transition>
    <p:push/>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POS</a:t>
            </a:r>
            <a:r>
              <a:rPr lang="zh-CN" altLang="en-US" sz="2800" dirty="0"/>
              <a:t>机 的</a:t>
            </a:r>
            <a:r>
              <a:rPr lang="en-US" altLang="zh-CN" sz="2800" dirty="0" err="1"/>
              <a:t>Store.startup</a:t>
            </a:r>
            <a:endParaRPr lang="zh-CN" altLang="en-US" sz="2800" dirty="0"/>
          </a:p>
        </p:txBody>
      </p:sp>
      <p:sp>
        <p:nvSpPr>
          <p:cNvPr id="3" name="内容占位符 2"/>
          <p:cNvSpPr>
            <a:spLocks noGrp="1"/>
          </p:cNvSpPr>
          <p:nvPr>
            <p:ph idx="1"/>
          </p:nvPr>
        </p:nvSpPr>
        <p:spPr>
          <a:xfrm>
            <a:off x="335361" y="980728"/>
            <a:ext cx="11593284" cy="5196235"/>
          </a:xfrm>
        </p:spPr>
        <p:txBody>
          <a:bodyPr/>
          <a:lstStyle/>
          <a:p>
            <a:r>
              <a:rPr lang="zh-CN" altLang="en-US" dirty="0"/>
              <a:t>根据以上原则和分析结果，可有如下初始化内容：选择</a:t>
            </a:r>
            <a:r>
              <a:rPr lang="en-US" altLang="zh-CN" dirty="0"/>
              <a:t>Store</a:t>
            </a:r>
            <a:r>
              <a:rPr lang="zh-CN" altLang="en-US" dirty="0"/>
              <a:t>对象为根对象</a:t>
            </a:r>
          </a:p>
          <a:p>
            <a:pPr lvl="1"/>
            <a:r>
              <a:rPr lang="zh-CN" altLang="en-US" dirty="0"/>
              <a:t>创建</a:t>
            </a:r>
            <a:r>
              <a:rPr lang="en-US" altLang="zh-CN" dirty="0"/>
              <a:t>Store, Register, </a:t>
            </a:r>
            <a:r>
              <a:rPr lang="en-US" altLang="zh-CN" dirty="0" err="1"/>
              <a:t>ProductCatalog</a:t>
            </a:r>
            <a:r>
              <a:rPr lang="en-US" altLang="zh-CN" dirty="0"/>
              <a:t>, </a:t>
            </a:r>
            <a:r>
              <a:rPr lang="en-US" altLang="zh-CN" dirty="0" err="1"/>
              <a:t>ProductDescription</a:t>
            </a:r>
            <a:endParaRPr lang="en-US" altLang="zh-CN" dirty="0"/>
          </a:p>
          <a:p>
            <a:pPr lvl="1"/>
            <a:r>
              <a:rPr lang="zh-CN" altLang="en-US" dirty="0"/>
              <a:t>建立</a:t>
            </a:r>
            <a:r>
              <a:rPr lang="en-US" altLang="zh-CN" dirty="0" err="1"/>
              <a:t>ProductCatalog</a:t>
            </a:r>
            <a:r>
              <a:rPr lang="en-US" altLang="zh-CN" dirty="0"/>
              <a:t>, </a:t>
            </a:r>
            <a:r>
              <a:rPr lang="en-US" altLang="zh-CN" dirty="0" err="1"/>
              <a:t>ProductDescription</a:t>
            </a:r>
            <a:r>
              <a:rPr lang="zh-CN" altLang="en-US" dirty="0"/>
              <a:t>关联</a:t>
            </a:r>
          </a:p>
          <a:p>
            <a:pPr lvl="1"/>
            <a:r>
              <a:rPr lang="zh-CN" altLang="en-US" dirty="0"/>
              <a:t>建立</a:t>
            </a:r>
            <a:r>
              <a:rPr lang="en-US" altLang="zh-CN" dirty="0"/>
              <a:t>Store</a:t>
            </a:r>
            <a:r>
              <a:rPr lang="zh-CN" altLang="en-US" dirty="0"/>
              <a:t>与</a:t>
            </a:r>
            <a:r>
              <a:rPr lang="en-US" altLang="zh-CN" dirty="0" err="1"/>
              <a:t>ProductCatalog</a:t>
            </a:r>
            <a:r>
              <a:rPr lang="zh-CN" altLang="en-US" dirty="0"/>
              <a:t>的关联</a:t>
            </a:r>
          </a:p>
          <a:p>
            <a:pPr lvl="1"/>
            <a:r>
              <a:rPr lang="zh-CN" altLang="en-US" dirty="0"/>
              <a:t>建立</a:t>
            </a:r>
            <a:r>
              <a:rPr lang="en-US" altLang="zh-CN" dirty="0"/>
              <a:t>Store</a:t>
            </a:r>
            <a:r>
              <a:rPr lang="zh-CN" altLang="en-US" dirty="0"/>
              <a:t>与</a:t>
            </a:r>
            <a:r>
              <a:rPr lang="en-US" altLang="zh-CN" dirty="0"/>
              <a:t>Register</a:t>
            </a:r>
            <a:r>
              <a:rPr lang="zh-CN" altLang="en-US" dirty="0"/>
              <a:t>的关联</a:t>
            </a:r>
          </a:p>
          <a:p>
            <a:pPr lvl="1"/>
            <a:r>
              <a:rPr lang="zh-CN" altLang="en-US" dirty="0"/>
              <a:t>建立</a:t>
            </a:r>
            <a:r>
              <a:rPr lang="en-US" altLang="zh-CN" dirty="0"/>
              <a:t>Register </a:t>
            </a:r>
            <a:r>
              <a:rPr lang="zh-CN" altLang="en-US" dirty="0"/>
              <a:t>与</a:t>
            </a:r>
            <a:r>
              <a:rPr lang="en-US" altLang="zh-CN" dirty="0" err="1"/>
              <a:t>ProductCatalog</a:t>
            </a:r>
            <a:endParaRPr lang="en-US" altLang="zh-CN" dirty="0"/>
          </a:p>
          <a:p>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48</a:t>
            </a:fld>
            <a:endParaRPr lang="zh-CN" altLang="en-US" dirty="0"/>
          </a:p>
        </p:txBody>
      </p:sp>
      <p:pic>
        <p:nvPicPr>
          <p:cNvPr id="7" name="图片 6"/>
          <p:cNvPicPr>
            <a:picLocks noChangeAspect="1"/>
          </p:cNvPicPr>
          <p:nvPr/>
        </p:nvPicPr>
        <p:blipFill>
          <a:blip r:embed="rId2"/>
          <a:stretch>
            <a:fillRect/>
          </a:stretch>
        </p:blipFill>
        <p:spPr>
          <a:xfrm>
            <a:off x="5735960" y="2414136"/>
            <a:ext cx="5802610" cy="3762828"/>
          </a:xfrm>
          <a:prstGeom prst="rect">
            <a:avLst/>
          </a:prstGeom>
        </p:spPr>
      </p:pic>
    </p:spTree>
  </p:cSld>
  <p:clrMapOvr>
    <a:masterClrMapping/>
  </p:clrMapOvr>
  <p:transition>
    <p:push/>
  </p:transition>
</p:sld>
</file>

<file path=ppt/slides/slide49.xml><?xml version="1.0" encoding="utf-8"?>
<p:sld xmlns:a="http://schemas.openxmlformats.org/drawingml/2006/main" xmlns:r="http://schemas.openxmlformats.org/officeDocument/2006/relationships" xmlns:p="http://schemas.openxmlformats.org/presentationml/2006/main">
  <p:cSld>
    <p:bg>
      <p:bgPr>
        <a:gradFill flip="none" rotWithShape="1">
          <a:gsLst>
            <a:gs pos="96000">
              <a:schemeClr val="bg1">
                <a:lumMod val="85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动态结构设计总结</a:t>
            </a:r>
          </a:p>
        </p:txBody>
      </p:sp>
      <p:sp>
        <p:nvSpPr>
          <p:cNvPr id="3" name="内容占位符 2"/>
          <p:cNvSpPr>
            <a:spLocks noGrp="1"/>
          </p:cNvSpPr>
          <p:nvPr>
            <p:ph idx="1"/>
          </p:nvPr>
        </p:nvSpPr>
        <p:spPr>
          <a:xfrm>
            <a:off x="304901" y="908720"/>
            <a:ext cx="11593284" cy="4980840"/>
          </a:xfrm>
        </p:spPr>
        <p:txBody>
          <a:bodyPr/>
          <a:lstStyle/>
          <a:p>
            <a:r>
              <a:rPr lang="zh-CN" altLang="en-US" dirty="0"/>
              <a:t>动态结构设计</a:t>
            </a:r>
            <a:endParaRPr lang="en-US" altLang="zh-CN" dirty="0"/>
          </a:p>
          <a:p>
            <a:pPr lvl="1"/>
            <a:r>
              <a:rPr lang="zh-CN" altLang="en-US" dirty="0"/>
              <a:t>输入条件：用例，</a:t>
            </a:r>
            <a:r>
              <a:rPr lang="en-US" altLang="zh-CN" dirty="0"/>
              <a:t>SSD</a:t>
            </a:r>
            <a:r>
              <a:rPr lang="zh-CN" altLang="en-US" dirty="0"/>
              <a:t>，操作契约及领域模型</a:t>
            </a:r>
            <a:endParaRPr lang="en-US" altLang="zh-CN" dirty="0"/>
          </a:p>
          <a:p>
            <a:pPr lvl="1"/>
            <a:r>
              <a:rPr lang="zh-CN" altLang="en-US" dirty="0"/>
              <a:t>用例实现过程：</a:t>
            </a:r>
            <a:endParaRPr lang="en-US" altLang="zh-CN" dirty="0"/>
          </a:p>
          <a:p>
            <a:pPr lvl="2"/>
            <a:r>
              <a:rPr lang="en-US" altLang="zh-CN" dirty="0"/>
              <a:t>1</a:t>
            </a:r>
            <a:r>
              <a:rPr lang="zh-CN" altLang="en-US" dirty="0"/>
              <a:t>、选择某一用例；</a:t>
            </a:r>
            <a:endParaRPr lang="en-US" altLang="zh-CN" dirty="0"/>
          </a:p>
          <a:p>
            <a:pPr lvl="2"/>
            <a:r>
              <a:rPr lang="en-US" altLang="zh-CN" dirty="0"/>
              <a:t>2</a:t>
            </a:r>
            <a:r>
              <a:rPr lang="zh-CN" altLang="en-US" dirty="0"/>
              <a:t>、查看该用例的</a:t>
            </a:r>
            <a:r>
              <a:rPr lang="en-US" altLang="zh-CN" dirty="0"/>
              <a:t>SSD</a:t>
            </a:r>
            <a:r>
              <a:rPr lang="zh-CN" altLang="en-US" dirty="0"/>
              <a:t>，选择某一指令；</a:t>
            </a:r>
            <a:endParaRPr lang="en-US" altLang="zh-CN" dirty="0"/>
          </a:p>
          <a:p>
            <a:pPr lvl="2"/>
            <a:r>
              <a:rPr lang="en-US" altLang="zh-CN" dirty="0"/>
              <a:t>3</a:t>
            </a:r>
            <a:r>
              <a:rPr lang="zh-CN" altLang="en-US" dirty="0"/>
              <a:t>、查看该指令对应的操作契约；</a:t>
            </a:r>
            <a:endParaRPr lang="en-US" altLang="zh-CN" dirty="0"/>
          </a:p>
          <a:p>
            <a:pPr lvl="2"/>
            <a:r>
              <a:rPr lang="en-US" altLang="zh-CN" dirty="0"/>
              <a:t>4</a:t>
            </a:r>
            <a:r>
              <a:rPr lang="zh-CN" altLang="en-US" dirty="0"/>
              <a:t>、结合已经确定的软件架构，设计并确定该指令进入系统后各层次的软件对象及其交互；</a:t>
            </a:r>
            <a:endParaRPr lang="en-US" altLang="zh-CN" dirty="0"/>
          </a:p>
          <a:p>
            <a:pPr lvl="2"/>
            <a:r>
              <a:rPr lang="en-US" altLang="zh-CN" dirty="0"/>
              <a:t>……</a:t>
            </a:r>
          </a:p>
          <a:p>
            <a:pPr lvl="2"/>
            <a:r>
              <a:rPr lang="zh-CN" altLang="en-US" dirty="0"/>
              <a:t>当所有</a:t>
            </a:r>
            <a:r>
              <a:rPr lang="en-US" altLang="zh-CN" dirty="0"/>
              <a:t>SSD</a:t>
            </a:r>
            <a:r>
              <a:rPr lang="zh-CN" altLang="en-US" dirty="0"/>
              <a:t>中的指令对应的交互图都已完成，结束该用例的实现过程设计</a:t>
            </a:r>
            <a:endParaRPr lang="en-US" altLang="zh-CN" dirty="0"/>
          </a:p>
          <a:p>
            <a:pPr lvl="1"/>
            <a:r>
              <a:rPr lang="zh-CN" altLang="en-US" dirty="0"/>
              <a:t>输出结果：用例的一系列交互图，展示并证明系统如何执行用例的过程</a:t>
            </a:r>
            <a:endParaRPr lang="en-US" altLang="zh-CN" dirty="0"/>
          </a:p>
          <a:p>
            <a:pPr lvl="2"/>
            <a:r>
              <a:rPr lang="zh-CN" altLang="en-US" dirty="0"/>
              <a:t>确定了用例对应的软件对象及其交互；</a:t>
            </a:r>
            <a:endParaRPr lang="en-US" altLang="zh-CN" dirty="0"/>
          </a:p>
          <a:p>
            <a:pPr lvl="2"/>
            <a:r>
              <a:rPr lang="zh-CN" altLang="en-US" dirty="0"/>
              <a:t>确定了每个软件对象在该用例中必须具备的方法；</a:t>
            </a:r>
            <a:endParaRPr lang="en-US" altLang="zh-CN" dirty="0"/>
          </a:p>
          <a:p>
            <a:pPr lvl="6"/>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49</a:t>
            </a:fld>
            <a:endParaRPr lang="zh-CN" altLang="en-US" dirty="0"/>
          </a:p>
        </p:txBody>
      </p:sp>
    </p:spTree>
  </p:cSld>
  <p:clrMapOvr>
    <a:masterClrMapping/>
  </p:clrMapOvr>
  <p:transition>
    <p:push/>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用例级别 静态结构设计总结</a:t>
            </a:r>
          </a:p>
        </p:txBody>
      </p:sp>
      <p:sp>
        <p:nvSpPr>
          <p:cNvPr id="3" name="内容占位符 2"/>
          <p:cNvSpPr>
            <a:spLocks noGrp="1"/>
          </p:cNvSpPr>
          <p:nvPr>
            <p:ph idx="1"/>
          </p:nvPr>
        </p:nvSpPr>
        <p:spPr>
          <a:xfrm>
            <a:off x="335361" y="825720"/>
            <a:ext cx="11593284" cy="5627616"/>
          </a:xfrm>
        </p:spPr>
        <p:txBody>
          <a:bodyPr>
            <a:normAutofit fontScale="92500" lnSpcReduction="20000"/>
          </a:bodyPr>
          <a:lstStyle/>
          <a:p>
            <a:r>
              <a:rPr lang="zh-CN" altLang="en-US" dirty="0"/>
              <a:t>输入条件：用例的动态结构</a:t>
            </a:r>
            <a:endParaRPr lang="en-US" altLang="zh-CN" dirty="0"/>
          </a:p>
          <a:p>
            <a:r>
              <a:rPr lang="zh-CN" altLang="en-US" dirty="0"/>
              <a:t>静态结构整理步骤：</a:t>
            </a:r>
            <a:endParaRPr lang="en-US" altLang="zh-CN" dirty="0"/>
          </a:p>
          <a:p>
            <a:pPr lvl="1"/>
            <a:r>
              <a:rPr lang="en-US" altLang="zh-CN" dirty="0"/>
              <a:t>1</a:t>
            </a:r>
            <a:r>
              <a:rPr lang="zh-CN" altLang="en-US" dirty="0"/>
              <a:t>、根据已确定的软件架构层次；</a:t>
            </a:r>
            <a:endParaRPr lang="en-US" altLang="zh-CN" dirty="0"/>
          </a:p>
          <a:p>
            <a:pPr lvl="1"/>
            <a:r>
              <a:rPr lang="en-US" altLang="zh-CN" dirty="0"/>
              <a:t>2</a:t>
            </a:r>
            <a:r>
              <a:rPr lang="zh-CN" altLang="en-US" dirty="0"/>
              <a:t>、扫描每个交互图中某一软件层次中已确定的软件对象；</a:t>
            </a:r>
            <a:endParaRPr lang="en-US" altLang="zh-CN" dirty="0"/>
          </a:p>
          <a:p>
            <a:pPr lvl="2"/>
            <a:r>
              <a:rPr lang="zh-CN" altLang="en-US" dirty="0"/>
              <a:t>多个交互图中重复出现的软件对象，在静态结构图中只保留一个；</a:t>
            </a:r>
            <a:endParaRPr lang="en-US" altLang="zh-CN" dirty="0"/>
          </a:p>
          <a:p>
            <a:pPr lvl="2"/>
            <a:r>
              <a:rPr lang="zh-CN" altLang="en-US" dirty="0"/>
              <a:t>确定该层次中多个软件对象之间是否有交互；</a:t>
            </a:r>
            <a:endParaRPr lang="en-US" altLang="zh-CN" dirty="0"/>
          </a:p>
          <a:p>
            <a:pPr lvl="1"/>
            <a:r>
              <a:rPr lang="en-US" altLang="zh-CN" dirty="0"/>
              <a:t>3</a:t>
            </a:r>
            <a:r>
              <a:rPr lang="zh-CN" altLang="en-US" dirty="0"/>
              <a:t>、扫描其他层次的软件对象；</a:t>
            </a:r>
            <a:endParaRPr lang="en-US" altLang="zh-CN" dirty="0"/>
          </a:p>
          <a:p>
            <a:pPr lvl="1"/>
            <a:r>
              <a:rPr lang="en-US" altLang="zh-CN" dirty="0"/>
              <a:t>4</a:t>
            </a:r>
            <a:r>
              <a:rPr lang="zh-CN" altLang="en-US" dirty="0"/>
              <a:t>、确定层次之间软件对象的交互关系（以定向关联表示）；</a:t>
            </a:r>
            <a:endParaRPr lang="en-US" altLang="zh-CN" dirty="0"/>
          </a:p>
          <a:p>
            <a:r>
              <a:rPr lang="zh-CN" altLang="en-US" dirty="0"/>
              <a:t>输出结果：用例级别的静态类图</a:t>
            </a:r>
            <a:endParaRPr lang="en-US" altLang="zh-CN" dirty="0"/>
          </a:p>
          <a:p>
            <a:pPr lvl="1"/>
            <a:r>
              <a:rPr lang="zh-CN" altLang="en-US" dirty="0"/>
              <a:t>确定每个软件类的属性及类型定义；</a:t>
            </a:r>
            <a:endParaRPr lang="en-US" altLang="zh-CN" dirty="0"/>
          </a:p>
          <a:p>
            <a:pPr lvl="1"/>
            <a:r>
              <a:rPr lang="zh-CN" altLang="en-US" dirty="0"/>
              <a:t>确定每个软件类的方法及参数定义；</a:t>
            </a:r>
            <a:endParaRPr lang="en-US" altLang="zh-CN" dirty="0"/>
          </a:p>
          <a:p>
            <a:r>
              <a:rPr lang="en-US" altLang="zh-CN" dirty="0"/>
              <a:t>……</a:t>
            </a:r>
          </a:p>
          <a:p>
            <a:pPr>
              <a:lnSpc>
                <a:spcPct val="120000"/>
              </a:lnSpc>
            </a:pPr>
            <a:r>
              <a:rPr lang="zh-CN" altLang="en-US" dirty="0">
                <a:solidFill>
                  <a:srgbClr val="FF0000"/>
                </a:solidFill>
              </a:rPr>
              <a:t>系统级静态结构</a:t>
            </a:r>
            <a:r>
              <a:rPr lang="zh-CN" altLang="en-US" dirty="0"/>
              <a:t>：对每个用例的静态类图进行扫描，去除重复出现的软件类，修改并确定软件类层次之间以及同层软件类之间的关系</a:t>
            </a:r>
            <a:endParaRPr lang="en-US" altLang="zh-CN" dirty="0"/>
          </a:p>
        </p:txBody>
      </p:sp>
      <p:sp>
        <p:nvSpPr>
          <p:cNvPr id="4" name="日期占位符 3"/>
          <p:cNvSpPr>
            <a:spLocks noGrp="1"/>
          </p:cNvSpPr>
          <p:nvPr>
            <p:ph type="dt" sz="half" idx="10"/>
          </p:nvPr>
        </p:nvSpPr>
        <p:spPr/>
        <p:txBody>
          <a:bodyPr/>
          <a:lstStyle/>
          <a:p>
            <a:fld id="{52D47072-E55C-4D34-8E2D-62652B9D8C80}" type="datetime1">
              <a:rPr lang="zh-CN" altLang="en-US" smtClean="0"/>
              <a:t>2025/1/4</a:t>
            </a:fld>
            <a:endParaRPr lang="zh-CN" altLang="en-US" dirty="0"/>
          </a:p>
        </p:txBody>
      </p:sp>
      <p:sp>
        <p:nvSpPr>
          <p:cNvPr id="5" name="页脚占位符 4"/>
          <p:cNvSpPr>
            <a:spLocks noGrp="1"/>
          </p:cNvSpPr>
          <p:nvPr>
            <p:ph type="ftr" sz="quarter" idx="11"/>
          </p:nvPr>
        </p:nvSpPr>
        <p:spPr/>
        <p:txBody>
          <a:bodyPr/>
          <a:lstStyle/>
          <a:p>
            <a:pPr>
              <a:defRPr/>
            </a:pPr>
            <a:r>
              <a:rPr lang="en-GB" altLang="en-US" dirty="0"/>
              <a:t>©2015-2020 Data Science &amp; Service </a:t>
            </a:r>
            <a:r>
              <a:rPr lang="en-GB" altLang="en-US" dirty="0" err="1"/>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50</a:t>
            </a:fld>
            <a:endParaRPr lang="zh-CN" altLang="en-US" dirty="0"/>
          </a:p>
        </p:txBody>
      </p:sp>
    </p:spTree>
  </p:cSld>
  <p:clrMapOvr>
    <a:masterClrMapping/>
  </p:clrMapOvr>
  <p:transition>
    <p:push/>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mY3ODVlMGQ0YzgxMTNkZmQ2M2Y3ZGQ4OGI5ZmE3MTcifQ=="/>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83"/>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83"/>
</p:tagLst>
</file>

<file path=ppt/tags/tag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83"/>
  <p:tag name="KSO_WM_TAG_VERSION" val="1.0"/>
  <p:tag name="KSO_WM_SLIDE_ID" val="custom160583_104"/>
  <p:tag name="KSO_WM_SLIDE_INDEX" val="104"/>
  <p:tag name="KSO_WM_SLIDE_ITEM_CNT" val="2"/>
  <p:tag name="KSO_WM_SLIDE_LAYOUT" val="a_f_h"/>
  <p:tag name="KSO_WM_SLIDE_LAYOUT_CNT" val="1_1_1"/>
  <p:tag name="KSO_WM_SLIDE_TYPE" val="text"/>
  <p:tag name="KSO_WM_BEAUTIFY_FLAG" val="#wm#"/>
  <p:tag name="KSO_WM_SLIDE_POSITION" val="473*168"/>
  <p:tag name="KSO_WM_SLIDE_SIZE" val="478*323"/>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83_104*i*0"/>
  <p:tag name="KSO_WM_TEMPLATE_CATEGORY" val="custom"/>
  <p:tag name="KSO_WM_TEMPLATE_INDEX" val="160583"/>
  <p:tag name="KSO_WM_UNIT_INDEX" val="0"/>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83_104*i*1"/>
  <p:tag name="KSO_WM_TEMPLATE_CATEGORY" val="custom"/>
  <p:tag name="KSO_WM_TEMPLATE_INDEX" val="160583"/>
  <p:tag name="KSO_WM_UNIT_INDEX" val="1"/>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83"/>
  <p:tag name="KSO_WM_UNIT_TYPE" val="h_a"/>
  <p:tag name="KSO_WM_UNIT_INDEX" val="1_1"/>
  <p:tag name="KSO_WM_UNIT_ID" val="custom160583_104*h_a*1_1"/>
  <p:tag name="KSO_WM_UNIT_LAYERLEVEL" val="1_1"/>
  <p:tag name="KSO_WM_UNIT_VALUE" val="24"/>
  <p:tag name="KSO_WM_UNIT_HIGHLIGHT" val="0"/>
  <p:tag name="KSO_WM_UNIT_COMPATIBLE" val="0"/>
  <p:tag name="KSO_WM_UNIT_CLEAR" val="0"/>
  <p:tag name="KSO_WM_UNIT_PRESET_TEXT" val="WHAT MAKES US DIFFERENT!"/>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83"/>
  <p:tag name="KSO_WM_UNIT_TYPE" val="h_f"/>
  <p:tag name="KSO_WM_UNIT_INDEX" val="1_1"/>
  <p:tag name="KSO_WM_UNIT_ID" val="custom160583_104*h_f*1_1"/>
  <p:tag name="KSO_WM_UNIT_LAYERLEVEL" val="1_1"/>
  <p:tag name="KSO_WM_UNIT_VALUE" val="69"/>
  <p:tag name="KSO_WM_UNIT_HIGHLIGHT" val="0"/>
  <p:tag name="KSO_WM_UNIT_COMPATIBLE" val="0"/>
  <p:tag name="KSO_WM_UNIT_CLEAR" val="0"/>
  <p:tag name="KSO_WM_UNIT_PRESET_TEXT_INDEX" val="4"/>
  <p:tag name="KSO_WM_UNIT_PRESET_TEXT_LEN" val="71"/>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83"/>
  <p:tag name="KSO_WM_UNIT_TYPE" val="f"/>
  <p:tag name="KSO_WM_UNIT_INDEX" val="1"/>
  <p:tag name="KSO_WM_UNIT_ID" val="custom160583_104*f*1"/>
  <p:tag name="KSO_WM_UNIT_LAYERLEVEL" val="1"/>
  <p:tag name="KSO_WM_UNIT_VALUE" val="125"/>
  <p:tag name="KSO_WM_UNIT_HIGHLIGHT" val="0"/>
  <p:tag name="KSO_WM_UNIT_COMPATIBLE" val="0"/>
  <p:tag name="KSO_WM_UNIT_CLEAR" val="0"/>
  <p:tag name="KSO_WM_UNIT_PRESET_TEXT_INDEX" val="5"/>
  <p:tag name="KSO_WM_UNIT_PRESET_TEXT_LEN" val="232"/>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83"/>
  <p:tag name="KSO_WM_UNIT_TYPE" val="a"/>
  <p:tag name="KSO_WM_UNIT_INDEX" val="1"/>
  <p:tag name="KSO_WM_UNIT_ID" val="custom160583_104*a*1"/>
  <p:tag name="KSO_WM_UNIT_LAYERLEVEL" val="1"/>
  <p:tag name="KSO_WM_UNIT_VALUE" val="23"/>
  <p:tag name="KSO_WM_UNIT_ISCONTENTSTITLE" val="0"/>
  <p:tag name="KSO_WM_UNIT_HIGHLIGHT" val="0"/>
  <p:tag name="KSO_WM_UNIT_COMPATIBLE" val="0"/>
  <p:tag name="KSO_WM_UNIT_CLEAR" val="0"/>
  <p:tag name="KSO_WM_UNIT_PRESET_TEXT_INDEX" val="3"/>
  <p:tag name="KSO_WM_UNIT_PRESET_TEXT_LEN" val="17"/>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83_104*i*19"/>
  <p:tag name="KSO_WM_TEMPLATE_CATEGORY" val="custom"/>
  <p:tag name="KSO_WM_TEMPLATE_INDEX" val="160583"/>
  <p:tag name="KSO_WM_UNIT_INDEX" val="19"/>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83_104*i*20"/>
  <p:tag name="KSO_WM_TEMPLATE_CATEGORY" val="custom"/>
  <p:tag name="KSO_WM_TEMPLATE_INDEX" val="160583"/>
  <p:tag name="KSO_WM_UNIT_INDEX" val="20"/>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83_104*i*21"/>
  <p:tag name="KSO_WM_TEMPLATE_CATEGORY" val="custom"/>
  <p:tag name="KSO_WM_TEMPLATE_INDEX" val="160583"/>
  <p:tag name="KSO_WM_UNIT_INDEX" val="21"/>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83_104*i*22"/>
  <p:tag name="KSO_WM_TEMPLATE_CATEGORY" val="custom"/>
  <p:tag name="KSO_WM_TEMPLATE_INDEX" val="160583"/>
  <p:tag name="KSO_WM_UNIT_INDEX" val="22"/>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83_104*i*26"/>
  <p:tag name="KSO_WM_TEMPLATE_CATEGORY" val="custom"/>
  <p:tag name="KSO_WM_TEMPLATE_INDEX" val="160583"/>
  <p:tag name="KSO_WM_UNIT_INDEX" val="26"/>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83_104*i*29"/>
  <p:tag name="KSO_WM_TEMPLATE_CATEGORY" val="custom"/>
  <p:tag name="KSO_WM_TEMPLATE_INDEX" val="160583"/>
  <p:tag name="KSO_WM_UNIT_INDEX" val="29"/>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83_104*i*32"/>
  <p:tag name="KSO_WM_TEMPLATE_CATEGORY" val="custom"/>
  <p:tag name="KSO_WM_TEMPLATE_INDEX" val="160583"/>
  <p:tag name="KSO_WM_UNIT_INDEX" val="32"/>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83_104*i*33"/>
  <p:tag name="KSO_WM_TEMPLATE_CATEGORY" val="custom"/>
  <p:tag name="KSO_WM_TEMPLATE_INDEX" val="160583"/>
  <p:tag name="KSO_WM_UNIT_INDEX" val="33"/>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83_104*i*34"/>
  <p:tag name="KSO_WM_TEMPLATE_CATEGORY" val="custom"/>
  <p:tag name="KSO_WM_TEMPLATE_INDEX" val="160583"/>
  <p:tag name="KSO_WM_UNIT_INDEX" val="34"/>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83_104*i*35"/>
  <p:tag name="KSO_WM_TEMPLATE_CATEGORY" val="custom"/>
  <p:tag name="KSO_WM_TEMPLATE_INDEX" val="160583"/>
  <p:tag name="KSO_WM_UNIT_INDEX" val="35"/>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83_104*i*30"/>
  <p:tag name="KSO_WM_TEMPLATE_CATEGORY" val="custom"/>
  <p:tag name="KSO_WM_TEMPLATE_INDEX" val="160583"/>
  <p:tag name="KSO_WM_UNIT_INDEX" val="30"/>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83_104*i*31"/>
  <p:tag name="KSO_WM_TEMPLATE_CATEGORY" val="custom"/>
  <p:tag name="KSO_WM_TEMPLATE_INDEX" val="160583"/>
  <p:tag name="KSO_WM_UNIT_INDEX" val="31"/>
</p:tagLst>
</file>

<file path=ppt/tags/tag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83_104*i*27"/>
  <p:tag name="KSO_WM_TEMPLATE_CATEGORY" val="custom"/>
  <p:tag name="KSO_WM_TEMPLATE_INDEX" val="160583"/>
  <p:tag name="KSO_WM_UNIT_INDEX" val="27"/>
</p:tagLst>
</file>

<file path=ppt/tags/tag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83_104*i*28"/>
  <p:tag name="KSO_WM_TEMPLATE_CATEGORY" val="custom"/>
  <p:tag name="KSO_WM_TEMPLATE_INDEX" val="160583"/>
  <p:tag name="KSO_WM_UNIT_INDEX" val="28"/>
</p:tagLst>
</file>

<file path=ppt/tags/tag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83_104*i*23"/>
  <p:tag name="KSO_WM_TEMPLATE_CATEGORY" val="custom"/>
  <p:tag name="KSO_WM_TEMPLATE_INDEX" val="160583"/>
  <p:tag name="KSO_WM_UNIT_INDEX" val="23"/>
</p:tagLst>
</file>

<file path=ppt/tags/tag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83_104*i*24"/>
  <p:tag name="KSO_WM_TEMPLATE_CATEGORY" val="custom"/>
  <p:tag name="KSO_WM_TEMPLATE_INDEX" val="160583"/>
  <p:tag name="KSO_WM_UNIT_INDEX" val="24"/>
</p:tagLst>
</file>

<file path=ppt/tags/tag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83_104*i*25"/>
  <p:tag name="KSO_WM_TEMPLATE_CATEGORY" val="custom"/>
  <p:tag name="KSO_WM_TEMPLATE_INDEX" val="160583"/>
  <p:tag name="KSO_WM_UNIT_INDEX" val="25"/>
</p:tagLst>
</file>

<file path=ppt/tags/tag28.xml><?xml version="1.0" encoding="utf-8"?>
<p:tagLst xmlns:a="http://schemas.openxmlformats.org/drawingml/2006/main" xmlns:r="http://schemas.openxmlformats.org/officeDocument/2006/relationships" xmlns:p="http://schemas.openxmlformats.org/presentationml/2006/main">
  <p:tag name="REFSHAPE" val="434463020"/>
</p:tagLst>
</file>

<file path=ppt/tags/tag29.xml><?xml version="1.0" encoding="utf-8"?>
<p:tagLst xmlns:a="http://schemas.openxmlformats.org/drawingml/2006/main" xmlns:r="http://schemas.openxmlformats.org/officeDocument/2006/relationships" xmlns:p="http://schemas.openxmlformats.org/presentationml/2006/main">
  <p:tag name="REFSHAPE" val="434463292"/>
</p:tagLst>
</file>

<file path=ppt/tags/tag30.xml><?xml version="1.0" encoding="utf-8"?>
<p:tagLst xmlns:a="http://schemas.openxmlformats.org/drawingml/2006/main" xmlns:r="http://schemas.openxmlformats.org/officeDocument/2006/relationships" xmlns:p="http://schemas.openxmlformats.org/presentationml/2006/main">
  <p:tag name="REFSHAPE" val="434462340"/>
</p:tagLst>
</file>

<file path=ppt/tags/tag31.xml><?xml version="1.0" encoding="utf-8"?>
<p:tagLst xmlns:a="http://schemas.openxmlformats.org/drawingml/2006/main" xmlns:r="http://schemas.openxmlformats.org/officeDocument/2006/relationships" xmlns:p="http://schemas.openxmlformats.org/presentationml/2006/main">
  <p:tag name="REFSHAPE" val="434465060"/>
</p:tagLst>
</file>

<file path=ppt/tags/tag32.xml><?xml version="1.0" encoding="utf-8"?>
<p:tagLst xmlns:a="http://schemas.openxmlformats.org/drawingml/2006/main" xmlns:r="http://schemas.openxmlformats.org/officeDocument/2006/relationships" xmlns:p="http://schemas.openxmlformats.org/presentationml/2006/main">
  <p:tag name="REFSHAPE" val="434468732"/>
</p:tagLst>
</file>

<file path=ppt/tags/tag33.xml><?xml version="1.0" encoding="utf-8"?>
<p:tagLst xmlns:a="http://schemas.openxmlformats.org/drawingml/2006/main" xmlns:r="http://schemas.openxmlformats.org/officeDocument/2006/relationships" xmlns:p="http://schemas.openxmlformats.org/presentationml/2006/main">
  <p:tag name="REFSHAPE" val="434469412"/>
</p:tagLst>
</file>

<file path=ppt/tags/tag34.xml><?xml version="1.0" encoding="utf-8"?>
<p:tagLst xmlns:a="http://schemas.openxmlformats.org/drawingml/2006/main" xmlns:r="http://schemas.openxmlformats.org/officeDocument/2006/relationships" xmlns:p="http://schemas.openxmlformats.org/presentationml/2006/main">
  <p:tag name="REFSHAPE" val="478615060"/>
  <p:tag name="KSO_WM_UNIT_PLACING_PICTURE_USER_VIEWPORT" val="{&quot;height&quot;:5430,&quot;width&quot;:9255}"/>
</p:tagLst>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000120141119A01PPBG">
  <a:themeElements>
    <a:clrScheme name="自定义 40">
      <a:dk1>
        <a:srgbClr val="4D4D4D"/>
      </a:dk1>
      <a:lt1>
        <a:srgbClr val="FFFFFF"/>
      </a:lt1>
      <a:dk2>
        <a:srgbClr val="4D4D4D"/>
      </a:dk2>
      <a:lt2>
        <a:srgbClr val="FFFFFF"/>
      </a:lt2>
      <a:accent1>
        <a:srgbClr val="F33644"/>
      </a:accent1>
      <a:accent2>
        <a:srgbClr val="F47056"/>
      </a:accent2>
      <a:accent3>
        <a:srgbClr val="AB7581"/>
      </a:accent3>
      <a:accent4>
        <a:srgbClr val="E5BA3F"/>
      </a:accent4>
      <a:accent5>
        <a:srgbClr val="6BC1E3"/>
      </a:accent5>
      <a:accent6>
        <a:srgbClr val="92D050"/>
      </a:accent6>
      <a:hlink>
        <a:srgbClr val="00B0F0"/>
      </a:hlink>
      <a:folHlink>
        <a:srgbClr val="7F7F7F"/>
      </a:folHlink>
    </a:clrScheme>
    <a:fontScheme name="自定义 3">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2015SE</Template>
  <TotalTime>74</TotalTime>
  <Words>6006</Words>
  <Application>Microsoft Macintosh PowerPoint</Application>
  <PresentationFormat>宽屏</PresentationFormat>
  <Paragraphs>592</Paragraphs>
  <Slides>50</Slides>
  <Notes>6</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1</vt:i4>
      </vt:variant>
      <vt:variant>
        <vt:lpstr>幻灯片标题</vt:lpstr>
      </vt:variant>
      <vt:variant>
        <vt:i4>50</vt:i4>
      </vt:variant>
    </vt:vector>
  </HeadingPairs>
  <TitlesOfParts>
    <vt:vector size="62" baseType="lpstr">
      <vt:lpstr>等线</vt:lpstr>
      <vt:lpstr>华文中宋</vt:lpstr>
      <vt:lpstr>宋体</vt:lpstr>
      <vt:lpstr>微软雅黑</vt:lpstr>
      <vt:lpstr>Arial</vt:lpstr>
      <vt:lpstr>Calibri</vt:lpstr>
      <vt:lpstr>Calibri Light</vt:lpstr>
      <vt:lpstr>Tempus Sans ITC</vt:lpstr>
      <vt:lpstr>Wingdings</vt:lpstr>
      <vt:lpstr>2015SE</vt:lpstr>
      <vt:lpstr>A000120141119A01PPBG</vt:lpstr>
      <vt:lpstr>Visio</vt:lpstr>
      <vt:lpstr>PowerPoint 演示文稿</vt:lpstr>
      <vt:lpstr>PowerPoint 演示文稿</vt:lpstr>
      <vt:lpstr>面向对象设计活动</vt:lpstr>
      <vt:lpstr>面向对象的设计与UML</vt:lpstr>
      <vt:lpstr>面向对象设计的关键步骤</vt:lpstr>
      <vt:lpstr>软件架构简介</vt:lpstr>
      <vt:lpstr>常用前端框架</vt:lpstr>
      <vt:lpstr>Vue框架基本结构</vt:lpstr>
      <vt:lpstr>React框架基本结构</vt:lpstr>
      <vt:lpstr>常用后端框架</vt:lpstr>
      <vt:lpstr>SpringBoot 框架结构</vt:lpstr>
      <vt:lpstr>用户界面层</vt:lpstr>
      <vt:lpstr>常用的开发工具</vt:lpstr>
      <vt:lpstr>（基于BS结构）软件的层次化结构</vt:lpstr>
      <vt:lpstr>控制器层对象设计原则</vt:lpstr>
      <vt:lpstr>业务/应用层对象设计原则</vt:lpstr>
      <vt:lpstr>持久化层对象设计原则</vt:lpstr>
      <vt:lpstr>为何引入持久化类</vt:lpstr>
      <vt:lpstr>系统层</vt:lpstr>
      <vt:lpstr>设计用例实现方案</vt:lpstr>
      <vt:lpstr>类职责分配(Grasp)模式</vt:lpstr>
      <vt:lpstr>面向对象的设计模式</vt:lpstr>
      <vt:lpstr>模式的组成</vt:lpstr>
      <vt:lpstr>控制器(Controller)模式 </vt:lpstr>
      <vt:lpstr>使用控制器的指导原则 </vt:lpstr>
      <vt:lpstr>PowerPoint 演示文稿</vt:lpstr>
      <vt:lpstr>创建者(Creator)模式 </vt:lpstr>
      <vt:lpstr>信息专家(Information Expert)模式 </vt:lpstr>
      <vt:lpstr>超市 POS 机实例</vt:lpstr>
      <vt:lpstr>超市 POS 机实例</vt:lpstr>
      <vt:lpstr>POS 机实例 领域模型</vt:lpstr>
      <vt:lpstr>POS 机实例 设计步骤_1</vt:lpstr>
      <vt:lpstr>POS 机实例 设计步骤_2</vt:lpstr>
      <vt:lpstr>对象设计 MakeNewSale()</vt:lpstr>
      <vt:lpstr>对象设计 enterItem()</vt:lpstr>
      <vt:lpstr>对象设计 enterItem()</vt:lpstr>
      <vt:lpstr>方案一：enterItem()交互图</vt:lpstr>
      <vt:lpstr>对象设计endSale()</vt:lpstr>
      <vt:lpstr>endSale()交互图</vt:lpstr>
      <vt:lpstr>对象设计makePayment()</vt:lpstr>
      <vt:lpstr>makePayment()交互图</vt:lpstr>
      <vt:lpstr>持久化层设计</vt:lpstr>
      <vt:lpstr>DBFacade类设计</vt:lpstr>
      <vt:lpstr>销售信息持久化过程</vt:lpstr>
      <vt:lpstr>创建设计类图</vt:lpstr>
      <vt:lpstr>控制器/处理层设计类图 </vt:lpstr>
      <vt:lpstr>startUp设计</vt:lpstr>
      <vt:lpstr>POS机 的Store.startup</vt:lpstr>
      <vt:lpstr>动态结构设计总结</vt:lpstr>
      <vt:lpstr>用例级别 静态结构设计总结</vt:lpstr>
    </vt:vector>
  </TitlesOfParts>
  <Company>bupt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 Software Engineering</dc:title>
  <dc:creator/>
  <cp:lastModifiedBy/>
  <cp:revision>246</cp:revision>
  <dcterms:created xsi:type="dcterms:W3CDTF">2008-02-20T09:21:00Z</dcterms:created>
  <dcterms:modified xsi:type="dcterms:W3CDTF">2025-01-04T10:02:21Z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15546FF6F4BA463EB6DB40C8326AB5AD</vt:lpwstr>
  </property>
</Properties>
</file>